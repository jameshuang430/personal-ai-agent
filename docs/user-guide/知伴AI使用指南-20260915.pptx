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8e520c78374f00" /><Relationship Type="http://schemas.openxmlformats.org/officeDocument/2006/relationships/extended-properties" Target="/docProps/app.xml" Id="R14e5af41a84d4b4a" /><Relationship Type="http://schemas.openxmlformats.org/officeDocument/2006/relationships/officeDocument" Target="/ppt/presentation.xml" Id="R8634cba9b49b46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ce53131c04ed8"/>
  </p:sldMasterIdLst>
  <p:notesMasterIdLst>
    <p:notesMasterId xmlns:r="http://schemas.openxmlformats.org/officeDocument/2006/relationships" r:id="Ra021a8baaf3d42df"/>
  </p:notesMasterIdLst>
  <p:sldIdLst>
    <p:sldId xmlns:r="http://schemas.openxmlformats.org/officeDocument/2006/relationships" id="256" r:id="Ra04831b8f0534be6"/>
    <p:sldId xmlns:r="http://schemas.openxmlformats.org/officeDocument/2006/relationships" id="257" r:id="R2ae1c42c57ee4d35"/>
    <p:sldId xmlns:r="http://schemas.openxmlformats.org/officeDocument/2006/relationships" id="258" r:id="R951fe60353564550"/>
    <p:sldId xmlns:r="http://schemas.openxmlformats.org/officeDocument/2006/relationships" id="259" r:id="R9a82e9d3c4ff465e"/>
    <p:sldId xmlns:r="http://schemas.openxmlformats.org/officeDocument/2006/relationships" id="260" r:id="Rd5e82e3178564897"/>
    <p:sldId xmlns:r="http://schemas.openxmlformats.org/officeDocument/2006/relationships" id="261" r:id="R7a2346487b414675"/>
    <p:sldId xmlns:r="http://schemas.openxmlformats.org/officeDocument/2006/relationships" id="262" r:id="R9e4e4b7c2a9a4689"/>
    <p:sldId xmlns:r="http://schemas.openxmlformats.org/officeDocument/2006/relationships" id="263" r:id="R7223a518b8ab4f41"/>
    <p:sldId xmlns:r="http://schemas.openxmlformats.org/officeDocument/2006/relationships" id="264" r:id="R65efb55b0a884614"/>
    <p:sldId xmlns:r="http://schemas.openxmlformats.org/officeDocument/2006/relationships" id="265" r:id="R1573904465f54747"/>
    <p:sldId xmlns:r="http://schemas.openxmlformats.org/officeDocument/2006/relationships" id="266" r:id="Rc470ad8645464075"/>
    <p:sldId xmlns:r="http://schemas.openxmlformats.org/officeDocument/2006/relationships" id="267" r:id="R6fd5a1b9a6bc425a"/>
    <p:sldId xmlns:r="http://schemas.openxmlformats.org/officeDocument/2006/relationships" id="268" r:id="R02d216505e7e4f8c"/>
    <p:sldId xmlns:r="http://schemas.openxmlformats.org/officeDocument/2006/relationships" id="269" r:id="R554ddd13e1304dd5"/>
    <p:sldId xmlns:r="http://schemas.openxmlformats.org/officeDocument/2006/relationships" id="270" r:id="R03d4d632431c48ec"/>
    <p:sldId xmlns:r="http://schemas.openxmlformats.org/officeDocument/2006/relationships" id="271" r:id="R726ce713343e4d47"/>
    <p:sldId xmlns:r="http://schemas.openxmlformats.org/officeDocument/2006/relationships" id="272" r:id="R991c288b60ca486e"/>
    <p:sldId xmlns:r="http://schemas.openxmlformats.org/officeDocument/2006/relationships" id="273" r:id="R5aa230c27c1047b1"/>
    <p:sldId xmlns:r="http://schemas.openxmlformats.org/officeDocument/2006/relationships" id="274" r:id="Ra5fdb08b89e44a59"/>
    <p:sldId xmlns:r="http://schemas.openxmlformats.org/officeDocument/2006/relationships" id="275" r:id="Rd97159e845264ee0"/>
    <p:sldId xmlns:r="http://schemas.openxmlformats.org/officeDocument/2006/relationships" id="276" r:id="Rc64ecd714c3646c0"/>
    <p:sldId xmlns:r="http://schemas.openxmlformats.org/officeDocument/2006/relationships" id="277" r:id="Rce6e74c0f542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c9e8e12ee8402d" /><Relationship Type="http://schemas.openxmlformats.org/officeDocument/2006/relationships/slideMaster" Target="/ppt/slideMasters/slideMaster1.xml" Id="R3b4ce53131c04ed8" /><Relationship Type="http://schemas.openxmlformats.org/officeDocument/2006/relationships/notesMaster" Target="/ppt/notesMasters/notesMaster1.xml" Id="Ra021a8baaf3d42df" /><Relationship Type="http://schemas.openxmlformats.org/officeDocument/2006/relationships/presProps" Target="/ppt/presProps.xml" Id="Rab980430df054575" /><Relationship Type="http://schemas.openxmlformats.org/officeDocument/2006/relationships/tableStyles" Target="/ppt/tableStyles.xml" Id="R2283ed91bc3b492f" /><Relationship Type="http://schemas.openxmlformats.org/officeDocument/2006/relationships/slide" Target="/ppt/slides/slide1.xml" Id="Ra04831b8f0534be6" /><Relationship Type="http://schemas.openxmlformats.org/officeDocument/2006/relationships/slide" Target="/ppt/slides/slide2.xml" Id="R2ae1c42c57ee4d35" /><Relationship Type="http://schemas.openxmlformats.org/officeDocument/2006/relationships/slide" Target="/ppt/slides/slide3.xml" Id="R951fe60353564550" /><Relationship Type="http://schemas.openxmlformats.org/officeDocument/2006/relationships/slide" Target="/ppt/slides/slide4.xml" Id="R9a82e9d3c4ff465e" /><Relationship Type="http://schemas.openxmlformats.org/officeDocument/2006/relationships/slide" Target="/ppt/slides/slide5.xml" Id="Rd5e82e3178564897" /><Relationship Type="http://schemas.openxmlformats.org/officeDocument/2006/relationships/slide" Target="/ppt/slides/slide6.xml" Id="R7a2346487b414675" /><Relationship Type="http://schemas.openxmlformats.org/officeDocument/2006/relationships/slide" Target="/ppt/slides/slide7.xml" Id="R9e4e4b7c2a9a4689" /><Relationship Type="http://schemas.openxmlformats.org/officeDocument/2006/relationships/slide" Target="/ppt/slides/slide8.xml" Id="R7223a518b8ab4f41" /><Relationship Type="http://schemas.openxmlformats.org/officeDocument/2006/relationships/slide" Target="/ppt/slides/slide9.xml" Id="R65efb55b0a884614" /><Relationship Type="http://schemas.openxmlformats.org/officeDocument/2006/relationships/slide" Target="/ppt/slides/slide10.xml" Id="R1573904465f54747" /><Relationship Type="http://schemas.openxmlformats.org/officeDocument/2006/relationships/slide" Target="/ppt/slides/slide11.xml" Id="Rc470ad8645464075" /><Relationship Type="http://schemas.openxmlformats.org/officeDocument/2006/relationships/slide" Target="/ppt/slides/slide12.xml" Id="R6fd5a1b9a6bc425a" /><Relationship Type="http://schemas.openxmlformats.org/officeDocument/2006/relationships/slide" Target="/ppt/slides/slide13.xml" Id="R02d216505e7e4f8c" /><Relationship Type="http://schemas.openxmlformats.org/officeDocument/2006/relationships/slide" Target="/ppt/slides/slide14.xml" Id="R554ddd13e1304dd5" /><Relationship Type="http://schemas.openxmlformats.org/officeDocument/2006/relationships/slide" Target="/ppt/slides/slide15.xml" Id="R03d4d632431c48ec" /><Relationship Type="http://schemas.openxmlformats.org/officeDocument/2006/relationships/slide" Target="/ppt/slides/slide16.xml" Id="R726ce713343e4d47" /><Relationship Type="http://schemas.openxmlformats.org/officeDocument/2006/relationships/slide" Target="/ppt/slides/slide17.xml" Id="R991c288b60ca486e" /><Relationship Type="http://schemas.openxmlformats.org/officeDocument/2006/relationships/slide" Target="/ppt/slides/slide18.xml" Id="R5aa230c27c1047b1" /><Relationship Type="http://schemas.openxmlformats.org/officeDocument/2006/relationships/slide" Target="/ppt/slides/slide19.xml" Id="Ra5fdb08b89e44a59" /><Relationship Type="http://schemas.openxmlformats.org/officeDocument/2006/relationships/slide" Target="/ppt/slides/slide20.xml" Id="Rd97159e845264ee0" /><Relationship Type="http://schemas.openxmlformats.org/officeDocument/2006/relationships/slide" Target="/ppt/slides/slide21.xml" Id="Rc64ecd714c3646c0" /><Relationship Type="http://schemas.openxmlformats.org/officeDocument/2006/relationships/slide" Target="/ppt/slides/slide22.xml" Id="Rce6e74c0f542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a5f6b98f3e4e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cd2a8c16b4ba6" /><Relationship Type="http://schemas.openxmlformats.org/officeDocument/2006/relationships/notesMaster" Target="/ppt/notesMasters/notesMaster1.xml" Id="R1a1099ae13aa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8ff267fa5430b" /><Relationship Type="http://schemas.openxmlformats.org/officeDocument/2006/relationships/notesMaster" Target="/ppt/notesMasters/notesMaster1.xml" Id="R921a31e7e98c41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537e8c7de4a32" /><Relationship Type="http://schemas.openxmlformats.org/officeDocument/2006/relationships/notesMaster" Target="/ppt/notesMasters/notesMaster1.xml" Id="R5153dae49c77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3f77d287394681" /><Relationship Type="http://schemas.openxmlformats.org/officeDocument/2006/relationships/notesMaster" Target="/ppt/notesMasters/notesMaster1.xml" Id="R7449e7d0e8ee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c3a8f04824ef3" /><Relationship Type="http://schemas.openxmlformats.org/officeDocument/2006/relationships/notesMaster" Target="/ppt/notesMasters/notesMaster1.xml" Id="R52729959670845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5ff7d28afa44af" /><Relationship Type="http://schemas.openxmlformats.org/officeDocument/2006/relationships/notesMaster" Target="/ppt/notesMasters/notesMaster1.xml" Id="R87fda2f8dd81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0a9840669b4553" /><Relationship Type="http://schemas.openxmlformats.org/officeDocument/2006/relationships/notesMaster" Target="/ppt/notesMasters/notesMaster1.xml" Id="R02a38850e03943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3270da31ec4f5b" /><Relationship Type="http://schemas.openxmlformats.org/officeDocument/2006/relationships/notesMaster" Target="/ppt/notesMasters/notesMaster1.xml" Id="R4ded49a6734c48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e09cd92d2b4afc" /><Relationship Type="http://schemas.openxmlformats.org/officeDocument/2006/relationships/notesMaster" Target="/ppt/notesMasters/notesMaster1.xml" Id="R52a46f4754de45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7b0d4b997b4e8d" /><Relationship Type="http://schemas.openxmlformats.org/officeDocument/2006/relationships/notesMaster" Target="/ppt/notesMasters/notesMaster1.xml" Id="R21fefba8563346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e36786186148db" /><Relationship Type="http://schemas.openxmlformats.org/officeDocument/2006/relationships/notesMaster" Target="/ppt/notesMasters/notesMaster1.xml" Id="Rf8618aa80a0d4a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5f468848f94c27" /><Relationship Type="http://schemas.openxmlformats.org/officeDocument/2006/relationships/notesMaster" Target="/ppt/notesMasters/notesMaster1.xml" Id="R346801cbf1e84c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af2ab43b7b495d" /><Relationship Type="http://schemas.openxmlformats.org/officeDocument/2006/relationships/notesMaster" Target="/ppt/notesMasters/notesMaster1.xml" Id="Rb84dfe093fd24e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5a225107f94309" /><Relationship Type="http://schemas.openxmlformats.org/officeDocument/2006/relationships/notesMaster" Target="/ppt/notesMasters/notesMaster1.xml" Id="Rc44d487266b24a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1c22b735cf42c8" /><Relationship Type="http://schemas.openxmlformats.org/officeDocument/2006/relationships/notesMaster" Target="/ppt/notesMasters/notesMaster1.xml" Id="R655d8f8f398447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566c0b15754d57" /><Relationship Type="http://schemas.openxmlformats.org/officeDocument/2006/relationships/notesMaster" Target="/ppt/notesMasters/notesMaster1.xml" Id="R5e5cec0a33a246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b1b9abc8f847f3" /><Relationship Type="http://schemas.openxmlformats.org/officeDocument/2006/relationships/notesMaster" Target="/ppt/notesMasters/notesMaster1.xml" Id="R95b3008d1ceb45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201b6dc6664d56" /><Relationship Type="http://schemas.openxmlformats.org/officeDocument/2006/relationships/notesMaster" Target="/ppt/notesMasters/notesMaster1.xml" Id="Refa7e6eb0aa84b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66b125b3c24e17" /><Relationship Type="http://schemas.openxmlformats.org/officeDocument/2006/relationships/notesMaster" Target="/ppt/notesMasters/notesMaster1.xml" Id="Rf81044255a4445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e987fd677f4ba0" /><Relationship Type="http://schemas.openxmlformats.org/officeDocument/2006/relationships/notesMaster" Target="/ppt/notesMasters/notesMaster1.xml" Id="Rf1ae77bf531e43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307bbb16eb41c2" /><Relationship Type="http://schemas.openxmlformats.org/officeDocument/2006/relationships/notesMaster" Target="/ppt/notesMasters/notesMaster1.xml" Id="R02c721ee719d4a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1469a1510246d1" /><Relationship Type="http://schemas.openxmlformats.org/officeDocument/2006/relationships/notesMaster" Target="/ppt/notesMasters/notesMaster1.xml" Id="Rb49a235f156a43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本演示是同文件夹《知伴AI使用说明.md》的教学版。详细操作、限制和报错处理请查阅 Markdown。适用于零基础使用者，儿童使用时请由家长或老师陪同。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注册依赖邮件渠道。当前每日最多注册 3 人。密码至少 8 个字符，忘记密码可通过邮件重置。</a:t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聊天附件默认单文件约 20 MB，每条消息最多 4 个，实际由部署设置决定。文档上传与分镜图片上传是两个入口。</a:t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从上到下读。实际系统由导演调度各服务，图中为便于理解合并了内部保存和返回步骤。图文动效允许轻微裁切边缘，主体要留安全区。</a:t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字幕烧录到画面，通常无法作为外挂字幕单独关闭。当前没有 Whisper 强制对齐，图文动效暂时没有白板式手工字幕编辑台。</a:t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白板还包含更早的故事确认和文本预演。预览为本地低清无声笔迹，正式合成输出有声音和字幕的 MP4。</a:t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示例假设约 4 秒镜头，关联字幕分别覆盖 0.1 秒和 2 秒。开场至少留 100ms，结尾至少留 500ms。调换顺序后须重新核对时间，开始时间须落在关联字幕范围内。</a:t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依据：知伴 AI 使用说明.md，对应代码 e32fc3b，2026-09-15。项目来源：assistant_app/web/user/index.html、app.js，以及 docs 下三份产线说明。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cfc9249bb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ba894e5e0414e" /><Relationship Type="http://schemas.openxmlformats.org/officeDocument/2006/relationships/slideLayout" Target="/ppt/slideLayouts/slideLayout1.xml" Id="R7773a8986f9749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3a8986f9749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bdd74f06d407c" /><Relationship Type="http://schemas.openxmlformats.org/officeDocument/2006/relationships/notesSlide" Target="/ppt/notesSlides/notesSlide1.xml" Id="Reb619203b5da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c6afcb80944bf" /><Relationship Type="http://schemas.openxmlformats.org/officeDocument/2006/relationships/notesSlide" Target="/ppt/notesSlides/notesSlide2.xml" Id="Reaf230d5b67345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c324093b04465" /><Relationship Type="http://schemas.openxmlformats.org/officeDocument/2006/relationships/notesSlide" Target="/ppt/notesSlides/notesSlide3.xml" Id="Rb217fb4bfd2b4f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56971e4bc4195" /><Relationship Type="http://schemas.openxmlformats.org/officeDocument/2006/relationships/notesSlide" Target="/ppt/notesSlides/notesSlide4.xml" Id="Rf3b27f30959145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ca35c2edc4d8a" /><Relationship Type="http://schemas.openxmlformats.org/officeDocument/2006/relationships/notesSlide" Target="/ppt/notesSlides/notesSlide5.xml" Id="R3efa3e3fa098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c04420e78429d" /><Relationship Type="http://schemas.openxmlformats.org/officeDocument/2006/relationships/notesSlide" Target="/ppt/notesSlides/notesSlide6.xml" Id="Re41c155ed81d48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a984117c54f07" /><Relationship Type="http://schemas.openxmlformats.org/officeDocument/2006/relationships/notesSlide" Target="/ppt/notesSlides/notesSlide7.xml" Id="Rae281e0ed54345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fb24023d548cb" /><Relationship Type="http://schemas.openxmlformats.org/officeDocument/2006/relationships/notesSlide" Target="/ppt/notesSlides/notesSlide8.xml" Id="R3e1c42efe18543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38ed029ea4a6b" /><Relationship Type="http://schemas.openxmlformats.org/officeDocument/2006/relationships/notesSlide" Target="/ppt/notesSlides/notesSlide9.xml" Id="R0aa075cbb32e4e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ee3e427da4477" /><Relationship Type="http://schemas.openxmlformats.org/officeDocument/2006/relationships/notesSlide" Target="/ppt/notesSlides/notesSlide10.xml" Id="R824b271c9e464b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88ad3e4a34b2d" /><Relationship Type="http://schemas.openxmlformats.org/officeDocument/2006/relationships/notesSlide" Target="/ppt/notesSlides/notesSlide11.xml" Id="Red0698f400fd42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007b41fef4d03" /><Relationship Type="http://schemas.openxmlformats.org/officeDocument/2006/relationships/notesSlide" Target="/ppt/notesSlides/notesSlide12.xml" Id="R498faec4fcb542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9b1a7aa3413f" /><Relationship Type="http://schemas.openxmlformats.org/officeDocument/2006/relationships/notesSlide" Target="/ppt/notesSlides/notesSlide13.xml" Id="R322fab0b663445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5272719ec4099" /><Relationship Type="http://schemas.openxmlformats.org/officeDocument/2006/relationships/notesSlide" Target="/ppt/notesSlides/notesSlide14.xml" Id="R7f076fe2494a4a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80ac6c45a4719" /><Relationship Type="http://schemas.openxmlformats.org/officeDocument/2006/relationships/notesSlide" Target="/ppt/notesSlides/notesSlide15.xml" Id="Rdc2817619e284e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b4e1ce4324615" /><Relationship Type="http://schemas.openxmlformats.org/officeDocument/2006/relationships/notesSlide" Target="/ppt/notesSlides/notesSlide16.xml" Id="Rff4f469162b242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03443eb4944aa" /><Relationship Type="http://schemas.openxmlformats.org/officeDocument/2006/relationships/notesSlide" Target="/ppt/notesSlides/notesSlide17.xml" Id="R341b41a2f2b44f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87fe2d890446a" /><Relationship Type="http://schemas.openxmlformats.org/officeDocument/2006/relationships/notesSlide" Target="/ppt/notesSlides/notesSlide18.xml" Id="R2f9566dae4394b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503b144ed4f52" /><Relationship Type="http://schemas.openxmlformats.org/officeDocument/2006/relationships/notesSlide" Target="/ppt/notesSlides/notesSlide19.xml" Id="Ra5d9e7fdf15a4c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072074765426f" /><Relationship Type="http://schemas.openxmlformats.org/officeDocument/2006/relationships/notesSlide" Target="/ppt/notesSlides/notesSlide20.xml" Id="R01a1f047d19841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bc367b39e49ce" /><Relationship Type="http://schemas.openxmlformats.org/officeDocument/2006/relationships/notesSlide" Target="/ppt/notesSlides/notesSlide21.xml" Id="Rf9f1c6445d0244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3ae7eb4044a39" /><Relationship Type="http://schemas.openxmlformats.org/officeDocument/2006/relationships/notesSlide" Target="/ppt/notesSlides/notesSlide22.xml" Id="R7108d5476c4b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C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j2u0ah-0.2402850920984244">
            <a:extLst xmlns:a="http://schemas.openxmlformats.org/drawingml/2006/main">
              <a:ext uri="{FF2B5EF4-FFF2-40B4-BE49-F238E27FC236}">
                <a16:creationId xmlns:a16="http://schemas.microsoft.com/office/drawing/2014/main" id="{74C9135E-359A-4EE1-AB06-99F21AB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572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知伴 AI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使用指南</a:t>
            </a:r>
          </a:p>
        </p:txBody>
      </p:sp>
      <p:sp>
        <p:nvSpPr>
          <p:cNvPr id="2" name="text-j2u0ah-1">
            <a:extLst xmlns:a="http://schemas.openxmlformats.org/drawingml/2006/main">
              <a:ext uri="{FF2B5EF4-FFF2-40B4-BE49-F238E27FC236}">
                <a16:creationId xmlns:a16="http://schemas.microsoft.com/office/drawing/2014/main" id="{923CC990-A0D2-4EEC-8FB8-F903D3D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A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AECE7"/>
                </a:solidFill>
                <a:latin typeface="Microsoft YaHei"/>
                <a:ea typeface="Microsoft YaHei"/>
                <a:cs typeface="Microsoft YaHei"/>
              </a:rPr>
              <a:t>第一次使用，也能一步一步做出作品</a:t>
            </a:r>
          </a:p>
        </p:txBody>
      </p:sp>
      <p:sp>
        <p:nvSpPr>
          <p:cNvPr id="3" name="text-j2u0ah-2">
            <a:extLst xmlns:a="http://schemas.openxmlformats.org/drawingml/2006/main">
              <a:ext uri="{FF2B5EF4-FFF2-40B4-BE49-F238E27FC236}">
                <a16:creationId xmlns:a16="http://schemas.microsoft.com/office/drawing/2014/main" id="{564BBE6C-2547-40D5-A3CC-46DC17C8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A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AECE7"/>
                </a:solidFill>
                <a:latin typeface="Microsoft YaHei"/>
                <a:ea typeface="Microsoft YaHei"/>
                <a:cs typeface="Microsoft YaHei"/>
              </a:rPr>
              <a:t>创意对话、白板手绘、图文动效与动态视频</a:t>
            </a:r>
          </a:p>
        </p:txBody>
      </p:sp>
      <p:sp>
        <p:nvSpPr>
          <p:cNvPr id="4" name="text-j2u0ah-3">
            <a:extLst xmlns:a="http://schemas.openxmlformats.org/drawingml/2006/main">
              <a:ext uri="{FF2B5EF4-FFF2-40B4-BE49-F238E27FC236}">
                <a16:creationId xmlns:a16="http://schemas.microsoft.com/office/drawing/2014/main" id="{BC3FA427-4D7C-4096-826E-7A59AFC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A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AECE7"/>
                </a:solidFill>
                <a:latin typeface="Microsoft YaHei"/>
                <a:ea typeface="Microsoft YaHei"/>
                <a:cs typeface="Microsoft YaHei"/>
              </a:rPr>
              <a:t>2026 年 9 月 15 日    适用版本 e32fc3b</a:t>
            </a:r>
          </a:p>
        </p:txBody>
      </p:sp>
    </p:spTree>
    <p:extLst>
      <p:ext uri="{BB962C8B-B14F-4D97-AF65-F5344CB8AC3E}">
        <p14:creationId xmlns:p14="http://schemas.microsoft.com/office/powerpoint/2010/main" val="467530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w2cz9v-0.7572945943561022">
            <a:extLst xmlns:a="http://schemas.openxmlformats.org/drawingml/2006/main">
              <a:ext uri="{FF2B5EF4-FFF2-40B4-BE49-F238E27FC236}">
                <a16:creationId xmlns:a16="http://schemas.microsoft.com/office/drawing/2014/main" id="{A73467C1-00C2-43C8-98D9-99A16982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知伴像一个制作小组</a:t>
            </a:r>
          </a:p>
        </p:txBody>
      </p:sp>
      <p:sp>
        <p:nvSpPr>
          <p:cNvPr id="2" name="text-w2cz9v-1">
            <a:extLst xmlns:a="http://schemas.openxmlformats.org/drawingml/2006/main">
              <a:ext uri="{FF2B5EF4-FFF2-40B4-BE49-F238E27FC236}">
                <a16:creationId xmlns:a16="http://schemas.microsoft.com/office/drawing/2014/main" id="{46E53C76-D604-4029-8B71-FE209AAD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w2cz9v-2">
            <a:extLst xmlns:a="http://schemas.openxmlformats.org/drawingml/2006/main">
              <a:ext uri="{FF2B5EF4-FFF2-40B4-BE49-F238E27FC236}">
                <a16:creationId xmlns:a16="http://schemas.microsoft.com/office/drawing/2014/main" id="{8008453A-3FF6-4871-BCCD-AAE3A64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你提出想法</a:t>
            </a:r>
          </a:p>
        </p:txBody>
      </p:sp>
      <p:sp>
        <p:nvSpPr>
          <p:cNvPr id="4" name="text-w2cz9v-3">
            <a:extLst xmlns:a="http://schemas.openxmlformats.org/drawingml/2006/main">
              <a:ext uri="{FF2B5EF4-FFF2-40B4-BE49-F238E27FC236}">
                <a16:creationId xmlns:a16="http://schemas.microsoft.com/office/drawing/2014/main" id="{61887FFE-335D-4FE9-926C-53D67450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例如：给同学讲一讲“小树为什么需要阳光”。</a:t>
            </a:r>
          </a:p>
        </p:txBody>
      </p:sp>
      <p:sp>
        <p:nvSpPr>
          <p:cNvPr id="5" name="text-w2cz9v-4">
            <a:extLst xmlns:a="http://schemas.openxmlformats.org/drawingml/2006/main">
              <a:ext uri="{FF2B5EF4-FFF2-40B4-BE49-F238E27FC236}">
                <a16:creationId xmlns:a16="http://schemas.microsoft.com/office/drawing/2014/main" id="{36B4BBED-5189-4BDB-B3BD-A96E20A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小助手分工完成</a:t>
            </a:r>
          </a:p>
        </p:txBody>
      </p:sp>
      <p:sp>
        <p:nvSpPr>
          <p:cNvPr id="6" name="text-w2cz9v-5">
            <a:extLst xmlns:a="http://schemas.openxmlformats.org/drawingml/2006/main">
              <a:ext uri="{FF2B5EF4-FFF2-40B4-BE49-F238E27FC236}">
                <a16:creationId xmlns:a16="http://schemas.microsoft.com/office/drawing/2014/main" id="{017F2DCF-7057-4CB1-B0C9-7B888326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有的写故事，有的安排画面，有的制作，有的检查。</a:t>
            </a:r>
          </a:p>
        </p:txBody>
      </p:sp>
      <p:sp>
        <p:nvSpPr>
          <p:cNvPr id="7" name="text-w2cz9v-6">
            <a:extLst xmlns:a="http://schemas.openxmlformats.org/drawingml/2006/main">
              <a:ext uri="{FF2B5EF4-FFF2-40B4-BE49-F238E27FC236}">
                <a16:creationId xmlns:a16="http://schemas.microsoft.com/office/drawing/2014/main" id="{DA07BD5E-EF07-4D06-BBC9-94F721C6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你决定是否继续</a:t>
            </a:r>
          </a:p>
        </p:txBody>
      </p:sp>
      <p:sp>
        <p:nvSpPr>
          <p:cNvPr id="8" name="text-w2cz9v-7">
            <a:extLst xmlns:a="http://schemas.openxmlformats.org/drawingml/2006/main">
              <a:ext uri="{FF2B5EF4-FFF2-40B4-BE49-F238E27FC236}">
                <a16:creationId xmlns:a16="http://schemas.microsoft.com/office/drawing/2014/main" id="{CA83395F-B78E-478A-AC4A-018F046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确认故事、分镜和最终作品，重要内容还要自己核对。</a:t>
            </a:r>
          </a:p>
        </p:txBody>
      </p:sp>
      <p:sp>
        <p:nvSpPr>
          <p:cNvPr id="9" name="text-w2cz9v-8">
            <a:extLst xmlns:a="http://schemas.openxmlformats.org/drawingml/2006/main">
              <a:ext uri="{FF2B5EF4-FFF2-40B4-BE49-F238E27FC236}">
                <a16:creationId xmlns:a16="http://schemas.microsoft.com/office/drawing/2014/main" id="{83F85A65-5A61-4FFC-B9D0-71EC141C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几个常见词</a:t>
            </a:r>
          </a:p>
        </p:txBody>
      </p:sp>
      <p:sp>
        <p:nvSpPr>
          <p:cNvPr id="10" name="text-w2cz9v-9">
            <a:extLst xmlns:a="http://schemas.openxmlformats.org/drawingml/2006/main">
              <a:ext uri="{FF2B5EF4-FFF2-40B4-BE49-F238E27FC236}">
                <a16:creationId xmlns:a16="http://schemas.microsoft.com/office/drawing/2014/main" id="{79E6074C-9A9C-486A-9955-B47DD3B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项目是一部作品的记录；分镜是把作品分成几小段。</a:t>
            </a:r>
          </a:p>
        </p:txBody>
      </p:sp>
      <p:sp>
        <p:nvSpPr>
          <p:cNvPr id="11" name="text-w2cz9v-10">
            <a:extLst xmlns:a="http://schemas.openxmlformats.org/drawingml/2006/main">
              <a:ext uri="{FF2B5EF4-FFF2-40B4-BE49-F238E27FC236}">
                <a16:creationId xmlns:a16="http://schemas.microsoft.com/office/drawing/2014/main" id="{EEC8E20C-4931-4B2B-978C-D52428E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小朋友请和家长或老师一起使用，生成内容可能花钱。</a:t>
            </a:r>
          </a:p>
        </p:txBody>
      </p:sp>
    </p:spTree>
    <p:extLst>
      <p:ext uri="{BB962C8B-B14F-4D97-AF65-F5344CB8AC3E}">
        <p14:creationId xmlns:p14="http://schemas.microsoft.com/office/powerpoint/2010/main" val="1092754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zj04qq-0.7986901620450416">
            <a:extLst xmlns:a="http://schemas.openxmlformats.org/drawingml/2006/main">
              <a:ext uri="{FF2B5EF4-FFF2-40B4-BE49-F238E27FC236}">
                <a16:creationId xmlns:a16="http://schemas.microsoft.com/office/drawing/2014/main" id="{A818D2FB-4C3B-4161-B01D-277B4E7A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第一次登录</a:t>
            </a:r>
          </a:p>
        </p:txBody>
      </p:sp>
      <p:sp>
        <p:nvSpPr>
          <p:cNvPr id="2" name="text-zj04qq-1">
            <a:extLst xmlns:a="http://schemas.openxmlformats.org/drawingml/2006/main">
              <a:ext uri="{FF2B5EF4-FFF2-40B4-BE49-F238E27FC236}">
                <a16:creationId xmlns:a16="http://schemas.microsoft.com/office/drawing/2014/main" id="{06207B0F-4E66-49C7-B655-F032D16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zj04qq-2">
            <a:extLst xmlns:a="http://schemas.openxmlformats.org/drawingml/2006/main">
              <a:ext uri="{FF2B5EF4-FFF2-40B4-BE49-F238E27FC236}">
                <a16:creationId xmlns:a16="http://schemas.microsoft.com/office/drawing/2014/main" id="{3ACF6AD6-941A-461C-BF33-59EE20A2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01  打开管理员给的网址</a:t>
            </a:r>
          </a:p>
        </p:txBody>
      </p:sp>
      <p:sp>
        <p:nvSpPr>
          <p:cNvPr id="4" name="text-zj04qq-3">
            <a:extLst xmlns:a="http://schemas.openxmlformats.org/drawingml/2006/main">
              <a:ext uri="{FF2B5EF4-FFF2-40B4-BE49-F238E27FC236}">
                <a16:creationId xmlns:a16="http://schemas.microsoft.com/office/drawing/2014/main" id="{FB8C204F-AE47-4E34-AA99-7BC8BD5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当前入口：https://101.42.90.142:18000/</a:t>
            </a:r>
          </a:p>
        </p:txBody>
      </p:sp>
      <p:sp>
        <p:nvSpPr>
          <p:cNvPr id="5" name="text-zj04qq-4">
            <a:extLst xmlns:a="http://schemas.openxmlformats.org/drawingml/2006/main">
              <a:ext uri="{FF2B5EF4-FFF2-40B4-BE49-F238E27FC236}">
                <a16:creationId xmlns:a16="http://schemas.microsoft.com/office/drawing/2014/main" id="{BAE582C7-2FEA-410A-86AE-44AE491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02  填写邮箱、密码和验证码</a:t>
            </a:r>
          </a:p>
        </p:txBody>
      </p:sp>
      <p:sp>
        <p:nvSpPr>
          <p:cNvPr id="6" name="text-zj04qq-5">
            <a:extLst xmlns:a="http://schemas.openxmlformats.org/drawingml/2006/main">
              <a:ext uri="{FF2B5EF4-FFF2-40B4-BE49-F238E27FC236}">
                <a16:creationId xmlns:a16="http://schemas.microsoft.com/office/drawing/2014/main" id="{F3B06386-D467-4EE1-B170-B7C44CF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已有账号点“登录”；没有账号先“注册”并验证邮箱。</a:t>
            </a:r>
          </a:p>
        </p:txBody>
      </p:sp>
      <p:sp>
        <p:nvSpPr>
          <p:cNvPr id="7" name="text-zj04qq-6">
            <a:extLst xmlns:a="http://schemas.openxmlformats.org/drawingml/2006/main">
              <a:ext uri="{FF2B5EF4-FFF2-40B4-BE49-F238E27FC236}">
                <a16:creationId xmlns:a16="http://schemas.microsoft.com/office/drawing/2014/main" id="{431E6638-3554-42C2-9440-0A7C1ABF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03  进入知伴</a:t>
            </a:r>
          </a:p>
        </p:txBody>
      </p:sp>
      <p:sp>
        <p:nvSpPr>
          <p:cNvPr id="8" name="text-zj04qq-7">
            <a:extLst xmlns:a="http://schemas.openxmlformats.org/drawingml/2006/main">
              <a:ext uri="{FF2B5EF4-FFF2-40B4-BE49-F238E27FC236}">
                <a16:creationId xmlns:a16="http://schemas.microsoft.com/office/drawing/2014/main" id="{43A9AB8B-53A0-491F-AD46-59A7DAF7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默认进入视频工作室，可切换到创意对话。</a:t>
            </a:r>
          </a:p>
        </p:txBody>
      </p:sp>
      <p:sp>
        <p:nvSpPr>
          <p:cNvPr id="9" name="text-zj04qq-8">
            <a:extLst xmlns:a="http://schemas.openxmlformats.org/drawingml/2006/main">
              <a:ext uri="{FF2B5EF4-FFF2-40B4-BE49-F238E27FC236}">
                <a16:creationId xmlns:a16="http://schemas.microsoft.com/office/drawing/2014/main" id="{C20C9535-E7BF-4B03-A7E6-0A06141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04  保护自己的账号</a:t>
            </a:r>
          </a:p>
        </p:txBody>
      </p:sp>
      <p:sp>
        <p:nvSpPr>
          <p:cNvPr id="10" name="text-zj04qq-9">
            <a:extLst xmlns:a="http://schemas.openxmlformats.org/drawingml/2006/main">
              <a:ext uri="{FF2B5EF4-FFF2-40B4-BE49-F238E27FC236}">
                <a16:creationId xmlns:a16="http://schemas.microsoft.com/office/drawing/2014/main" id="{6DF91CBD-BC4E-4FA8-8ECD-EAF902C4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遇到证书警告先找管理员；用完公用电脑要退出登录。</a:t>
            </a:r>
          </a:p>
        </p:txBody>
      </p:sp>
      <p:sp>
        <p:nvSpPr>
          <p:cNvPr id="11" name="text-zj04qq-10">
            <a:extLst xmlns:a="http://schemas.openxmlformats.org/drawingml/2006/main">
              <a:ext uri="{FF2B5EF4-FFF2-40B4-BE49-F238E27FC236}">
                <a16:creationId xmlns:a16="http://schemas.microsoft.com/office/drawing/2014/main" id="{EEDB0BF1-0EEB-4FD0-8D47-1DF3DC01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不要向聊天助手发送密码、验证码或身份证件。</a:t>
            </a:r>
          </a:p>
        </p:txBody>
      </p:sp>
    </p:spTree>
    <p:extLst>
      <p:ext uri="{BB962C8B-B14F-4D97-AF65-F5344CB8AC3E}">
        <p14:creationId xmlns:p14="http://schemas.microsoft.com/office/powerpoint/2010/main" val="1370739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r69j62-0.8180082063884027">
            <a:extLst xmlns:a="http://schemas.openxmlformats.org/drawingml/2006/main">
              <a:ext uri="{FF2B5EF4-FFF2-40B4-BE49-F238E27FC236}">
                <a16:creationId xmlns:a16="http://schemas.microsoft.com/office/drawing/2014/main" id="{26CC99B9-BCF1-470B-B788-C8E345A7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常用入口在哪里</a:t>
            </a:r>
          </a:p>
        </p:txBody>
      </p:sp>
      <p:sp>
        <p:nvSpPr>
          <p:cNvPr id="2" name="text-r69j62-1">
            <a:extLst xmlns:a="http://schemas.openxmlformats.org/drawingml/2006/main">
              <a:ext uri="{FF2B5EF4-FFF2-40B4-BE49-F238E27FC236}">
                <a16:creationId xmlns:a16="http://schemas.microsoft.com/office/drawing/2014/main" id="{14395422-C2F2-4160-90C6-16008F66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用来做什么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创意对话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讨论想法、修改文案、读取附件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视频工作室 / 制作台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创建项目、确认分镜、查看进度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播放和下载自己的历史作品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创作偏好 / 创作记忆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管理以后常用的风格和需要记住的信息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4" name="text-r69j62-2">
            <a:extLst xmlns:a="http://schemas.openxmlformats.org/drawingml/2006/main">
              <a:ext uri="{FF2B5EF4-FFF2-40B4-BE49-F238E27FC236}">
                <a16:creationId xmlns:a16="http://schemas.microsoft.com/office/drawing/2014/main" id="{BF6579EA-0AA9-4C98-82A4-469623DD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电脑看左侧和上方；手机可从底部导航或菜单进入。</a:t>
            </a:r>
          </a:p>
        </p:txBody>
      </p:sp>
    </p:spTree>
    <p:extLst>
      <p:ext uri="{BB962C8B-B14F-4D97-AF65-F5344CB8AC3E}">
        <p14:creationId xmlns:p14="http://schemas.microsoft.com/office/powerpoint/2010/main" val="421278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ldivlg-0.7265450298403965">
            <a:extLst xmlns:a="http://schemas.openxmlformats.org/drawingml/2006/main">
              <a:ext uri="{FF2B5EF4-FFF2-40B4-BE49-F238E27FC236}">
                <a16:creationId xmlns:a16="http://schemas.microsoft.com/office/drawing/2014/main" id="{6CC4A581-7790-4A5E-B522-D08CE81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一句好用的需求</a:t>
            </a:r>
          </a:p>
        </p:txBody>
      </p:sp>
      <p:sp>
        <p:nvSpPr>
          <p:cNvPr id="2" name="text-ldivlg-1">
            <a:extLst xmlns:a="http://schemas.openxmlformats.org/drawingml/2006/main">
              <a:ext uri="{FF2B5EF4-FFF2-40B4-BE49-F238E27FC236}">
                <a16:creationId xmlns:a16="http://schemas.microsoft.com/office/drawing/2014/main" id="{6949C1F7-E7CF-4AE5-A02E-259C86F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ldivlg-2">
            <a:extLst xmlns:a="http://schemas.openxmlformats.org/drawingml/2006/main">
              <a:ext uri="{FF2B5EF4-FFF2-40B4-BE49-F238E27FC236}">
                <a16:creationId xmlns:a16="http://schemas.microsoft.com/office/drawing/2014/main" id="{4E1E7D49-6B33-4298-BB52-7399FDE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先说清楚内容和观众</a:t>
            </a:r>
          </a:p>
        </p:txBody>
      </p:sp>
      <p:sp>
        <p:nvSpPr>
          <p:cNvPr id="4" name="text-ldivlg-3">
            <a:extLst xmlns:a="http://schemas.openxmlformats.org/drawingml/2006/main">
              <a:ext uri="{FF2B5EF4-FFF2-40B4-BE49-F238E27FC236}">
                <a16:creationId xmlns:a16="http://schemas.microsoft.com/office/drawing/2014/main" id="{1E0DB033-12DE-49E0-A24A-90F60BF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“给小学生讲小树为什么需要阳光。”</a:t>
            </a:r>
          </a:p>
        </p:txBody>
      </p:sp>
      <p:sp>
        <p:nvSpPr>
          <p:cNvPr id="5" name="text-ldivlg-4">
            <a:extLst xmlns:a="http://schemas.openxmlformats.org/drawingml/2006/main">
              <a:ext uri="{FF2B5EF4-FFF2-40B4-BE49-F238E27FC236}">
                <a16:creationId xmlns:a16="http://schemas.microsoft.com/office/drawing/2014/main" id="{9D526878-36B3-4A57-959C-EF8961EB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再补充长度和风格</a:t>
            </a:r>
          </a:p>
        </p:txBody>
      </p:sp>
      <p:sp>
        <p:nvSpPr>
          <p:cNvPr id="6" name="text-ldivlg-5">
            <a:extLst xmlns:a="http://schemas.openxmlformats.org/drawingml/2006/main">
              <a:ext uri="{FF2B5EF4-FFF2-40B4-BE49-F238E27FC236}">
                <a16:creationId xmlns:a16="http://schemas.microsoft.com/office/drawing/2014/main" id="{3905B5B3-18A7-4249-A686-159EA66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“大约 30 秒，温暖简笔画，用简单的话。”</a:t>
            </a:r>
          </a:p>
        </p:txBody>
      </p:sp>
      <p:sp>
        <p:nvSpPr>
          <p:cNvPr id="7" name="text-ldivlg-6">
            <a:extLst xmlns:a="http://schemas.openxmlformats.org/drawingml/2006/main">
              <a:ext uri="{FF2B5EF4-FFF2-40B4-BE49-F238E27FC236}">
                <a16:creationId xmlns:a16="http://schemas.microsoft.com/office/drawing/2014/main" id="{FF907DE1-BE7C-441F-8F2E-0603033A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最后说明现在做哪一步</a:t>
            </a:r>
          </a:p>
        </p:txBody>
      </p:sp>
      <p:sp>
        <p:nvSpPr>
          <p:cNvPr id="8" name="text-ldivlg-7">
            <a:extLst xmlns:a="http://schemas.openxmlformats.org/drawingml/2006/main">
              <a:ext uri="{FF2B5EF4-FFF2-40B4-BE49-F238E27FC236}">
                <a16:creationId xmlns:a16="http://schemas.microsoft.com/office/drawing/2014/main" id="{E38DD65E-72E0-408A-AF08-E96421D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“现在只写解说词，不生成图片、语音或视频。”</a:t>
            </a:r>
          </a:p>
        </p:txBody>
      </p:sp>
      <p:sp>
        <p:nvSpPr>
          <p:cNvPr id="9" name="text-ldivlg-8">
            <a:extLst xmlns:a="http://schemas.openxmlformats.org/drawingml/2006/main">
              <a:ext uri="{FF2B5EF4-FFF2-40B4-BE49-F238E27FC236}">
                <a16:creationId xmlns:a16="http://schemas.microsoft.com/office/drawing/2014/main" id="{2AC9BBC6-E05F-41D4-9A05-51EE7DCA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附件可帮助理解资料，但识别不清的内容仍需你核对。</a:t>
            </a:r>
          </a:p>
        </p:txBody>
      </p:sp>
    </p:spTree>
    <p:extLst>
      <p:ext uri="{BB962C8B-B14F-4D97-AF65-F5344CB8AC3E}">
        <p14:creationId xmlns:p14="http://schemas.microsoft.com/office/powerpoint/2010/main" val="230963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caotco-0.1604097592860224">
            <a:extLst xmlns:a="http://schemas.openxmlformats.org/drawingml/2006/main">
              <a:ext uri="{FF2B5EF4-FFF2-40B4-BE49-F238E27FC236}">
                <a16:creationId xmlns:a16="http://schemas.microsoft.com/office/drawing/2014/main" id="{C9DCABB3-63FC-47A0-9992-B20C632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三种制作方式</a:t>
            </a:r>
          </a:p>
        </p:txBody>
      </p:sp>
      <p:sp>
        <p:nvSpPr>
          <p:cNvPr id="2" name="text-caotco-1">
            <a:extLst xmlns:a="http://schemas.openxmlformats.org/drawingml/2006/main">
              <a:ext uri="{FF2B5EF4-FFF2-40B4-BE49-F238E27FC236}">
                <a16:creationId xmlns:a16="http://schemas.microsoft.com/office/drawing/2014/main" id="{B306CD82-7B59-489D-805B-ACBD392A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819650"/>
                <a:gridCol w="3524250"/>
              </a:tblGrid>
              <a:tr h="9167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画面效果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适合内容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</a:tr>
              <a:tr h="9167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白板手绘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按顺序画线稿、添颜色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知识讲解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67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图文动效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完整图片轻微推拉和平移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图片故事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9167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动态视频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人物或物体连续运动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动作镜头、短剧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caotco-2">
            <a:extLst xmlns:a="http://schemas.openxmlformats.org/drawingml/2006/main">
              <a:ext uri="{FF2B5EF4-FFF2-40B4-BE49-F238E27FC236}">
                <a16:creationId xmlns:a16="http://schemas.microsoft.com/office/drawing/2014/main" id="{1FCE5968-B26D-4AEA-863A-22693E2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新项目默认白板。第一次想少学一步分区，可主动选图文动效。</a:t>
            </a:r>
          </a:p>
        </p:txBody>
      </p:sp>
    </p:spTree>
    <p:extLst>
      <p:ext uri="{BB962C8B-B14F-4D97-AF65-F5344CB8AC3E}">
        <p14:creationId xmlns:p14="http://schemas.microsoft.com/office/powerpoint/2010/main" val="66249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bncei6-0.4798585157957871">
            <a:extLst xmlns:a="http://schemas.openxmlformats.org/drawingml/2006/main">
              <a:ext uri="{FF2B5EF4-FFF2-40B4-BE49-F238E27FC236}">
                <a16:creationId xmlns:a16="http://schemas.microsoft.com/office/drawing/2014/main" id="{45152836-50F3-4DC1-B978-B5565FA5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费用在哪一步发生</a:t>
            </a:r>
          </a:p>
        </p:txBody>
      </p:sp>
      <p:sp>
        <p:nvSpPr>
          <p:cNvPr id="2" name="text-bncei6-1">
            <a:extLst xmlns:a="http://schemas.openxmlformats.org/drawingml/2006/main">
              <a:ext uri="{FF2B5EF4-FFF2-40B4-BE49-F238E27FC236}">
                <a16:creationId xmlns:a16="http://schemas.microsoft.com/office/drawing/2014/main" id="{262A1992-DEAC-4BF9-ACA9-57CCE31B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bncei6-2">
            <a:extLst xmlns:a="http://schemas.openxmlformats.org/drawingml/2006/main">
              <a:ext uri="{FF2B5EF4-FFF2-40B4-BE49-F238E27FC236}">
                <a16:creationId xmlns:a16="http://schemas.microsoft.com/office/drawing/2014/main" id="{811BFF6B-8D40-46AF-9DF6-D3F5F7B2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文本规划也可能收费</a:t>
            </a:r>
          </a:p>
        </p:txBody>
      </p:sp>
      <p:sp>
        <p:nvSpPr>
          <p:cNvPr id="4" name="text-bncei6-3">
            <a:extLst xmlns:a="http://schemas.openxmlformats.org/drawingml/2006/main">
              <a:ext uri="{FF2B5EF4-FFF2-40B4-BE49-F238E27FC236}">
                <a16:creationId xmlns:a16="http://schemas.microsoft.com/office/drawing/2014/main" id="{D0AC9049-923C-4104-B050-82B2DA5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聊天、故事规划和总导演预演都可能使用模型额度。</a:t>
            </a:r>
          </a:p>
        </p:txBody>
      </p:sp>
      <p:sp>
        <p:nvSpPr>
          <p:cNvPr id="5" name="text-bncei6-4">
            <a:extLst xmlns:a="http://schemas.openxmlformats.org/drawingml/2006/main">
              <a:ext uri="{FF2B5EF4-FFF2-40B4-BE49-F238E27FC236}">
                <a16:creationId xmlns:a16="http://schemas.microsoft.com/office/drawing/2014/main" id="{A688F876-7753-4241-98A6-9AA986B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图片、配音和音乐各有渠道</a:t>
            </a:r>
          </a:p>
        </p:txBody>
      </p:sp>
      <p:sp>
        <p:nvSpPr>
          <p:cNvPr id="6" name="text-bncei6-5">
            <a:extLst xmlns:a="http://schemas.openxmlformats.org/drawingml/2006/main">
              <a:ext uri="{FF2B5EF4-FFF2-40B4-BE49-F238E27FC236}">
                <a16:creationId xmlns:a16="http://schemas.microsoft.com/office/drawing/2014/main" id="{11F362F7-D69E-421F-B8AD-8044993B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上传自己的分镜图片，可以跳过该镜生图。</a:t>
            </a:r>
          </a:p>
        </p:txBody>
      </p:sp>
      <p:sp>
        <p:nvSpPr>
          <p:cNvPr id="7" name="text-bncei6-6">
            <a:extLst xmlns:a="http://schemas.openxmlformats.org/drawingml/2006/main">
              <a:ext uri="{FF2B5EF4-FFF2-40B4-BE49-F238E27FC236}">
                <a16:creationId xmlns:a16="http://schemas.microsoft.com/office/drawing/2014/main" id="{ABB5A456-425E-480A-B6FB-58E9BC2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本地合成没有视频模型调用费</a:t>
            </a:r>
          </a:p>
        </p:txBody>
      </p:sp>
      <p:sp>
        <p:nvSpPr>
          <p:cNvPr id="8" name="text-bncei6-7">
            <a:extLst xmlns:a="http://schemas.openxmlformats.org/drawingml/2006/main">
              <a:ext uri="{FF2B5EF4-FFF2-40B4-BE49-F238E27FC236}">
                <a16:creationId xmlns:a16="http://schemas.microsoft.com/office/drawing/2014/main" id="{E28FA889-6AF2-4CF7-AF7E-590C76C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白板和图文动效仍可能使用付费生图或 MiniMax 配音。</a:t>
            </a:r>
          </a:p>
        </p:txBody>
      </p:sp>
      <p:sp>
        <p:nvSpPr>
          <p:cNvPr id="9" name="text-bncei6-8">
            <a:extLst xmlns:a="http://schemas.openxmlformats.org/drawingml/2006/main">
              <a:ext uri="{FF2B5EF4-FFF2-40B4-BE49-F238E27FC236}">
                <a16:creationId xmlns:a16="http://schemas.microsoft.com/office/drawing/2014/main" id="{074D5512-0C9F-41E7-A1ED-3584E4A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动态视频会提交视频模型任务</a:t>
            </a:r>
          </a:p>
        </p:txBody>
      </p:sp>
      <p:sp>
        <p:nvSpPr>
          <p:cNvPr id="10" name="text-bncei6-9">
            <a:extLst xmlns:a="http://schemas.openxmlformats.org/drawingml/2006/main">
              <a:ext uri="{FF2B5EF4-FFF2-40B4-BE49-F238E27FC236}">
                <a16:creationId xmlns:a16="http://schemas.microsoft.com/office/drawing/2014/main" id="{85460448-E586-46DD-9642-2ACFDA22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先试一镜，确认效果和费用后再制作长片。</a:t>
            </a:r>
          </a:p>
        </p:txBody>
      </p:sp>
      <p:sp>
        <p:nvSpPr>
          <p:cNvPr id="11" name="text-bncei6-10">
            <a:extLst xmlns:a="http://schemas.openxmlformats.org/drawingml/2006/main">
              <a:ext uri="{FF2B5EF4-FFF2-40B4-BE49-F238E27FC236}">
                <a16:creationId xmlns:a16="http://schemas.microsoft.com/office/drawing/2014/main" id="{BFD1CCC1-237F-44E9-9951-F95DEF71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聊天中的语音和音乐工具可能直接提交任务，请先说清是否允许生成。</a:t>
            </a:r>
          </a:p>
        </p:txBody>
      </p:sp>
    </p:spTree>
    <p:extLst>
      <p:ext uri="{BB962C8B-B14F-4D97-AF65-F5344CB8AC3E}">
        <p14:creationId xmlns:p14="http://schemas.microsoft.com/office/powerpoint/2010/main" val="1474780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4vytgt-0.29713796759996747">
            <a:extLst xmlns:a="http://schemas.openxmlformats.org/drawingml/2006/main">
              <a:ext uri="{FF2B5EF4-FFF2-40B4-BE49-F238E27FC236}">
                <a16:creationId xmlns:a16="http://schemas.microsoft.com/office/drawing/2014/main" id="{D96615B0-0284-4544-817D-04868F06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第一次练习的设置</a:t>
            </a:r>
          </a:p>
        </p:txBody>
      </p:sp>
      <p:sp>
        <p:nvSpPr>
          <p:cNvPr id="2" name="text-4vytgt-1">
            <a:extLst xmlns:a="http://schemas.openxmlformats.org/drawingml/2006/main">
              <a:ext uri="{FF2B5EF4-FFF2-40B4-BE49-F238E27FC236}">
                <a16:creationId xmlns:a16="http://schemas.microsoft.com/office/drawing/2014/main" id="{FA3C7D93-30D0-47BF-9017-68D8A27A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建议填写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小树为什么需要阳光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制作方式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图文动效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制作入口与时长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开始制作，4 秒试片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画幅与清晰度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16:9 横屏，标准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草案与风格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勾选先保存创意草案，温暖简笔画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vytgt-2">
            <a:extLst xmlns:a="http://schemas.openxmlformats.org/drawingml/2006/main">
              <a:ext uri="{FF2B5EF4-FFF2-40B4-BE49-F238E27FC236}">
                <a16:creationId xmlns:a16="http://schemas.microsoft.com/office/drawing/2014/main" id="{5EDBE725-8FCE-4C9B-B108-0D3C6E0B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首镜预览不会自动变成整片。想做完整作品时使用“一键成片”。</a:t>
            </a:r>
          </a:p>
        </p:txBody>
      </p:sp>
    </p:spTree>
    <p:extLst>
      <p:ext uri="{BB962C8B-B14F-4D97-AF65-F5344CB8AC3E}">
        <p14:creationId xmlns:p14="http://schemas.microsoft.com/office/powerpoint/2010/main" val="622931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k7ldsw-0.009541247870291869">
            <a:extLst xmlns:a="http://schemas.openxmlformats.org/drawingml/2006/main">
              <a:ext uri="{FF2B5EF4-FFF2-40B4-BE49-F238E27FC236}">
                <a16:creationId xmlns:a16="http://schemas.microsoft.com/office/drawing/2014/main" id="{EE79A858-B144-47C0-8C07-144A44A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图文动效的制作顺序</a:t>
            </a:r>
          </a:p>
        </p:txBody>
      </p:sp>
      <p:sp>
        <p:nvSpPr>
          <p:cNvPr id="2" name="text-k7ldsw-1">
            <a:extLst xmlns:a="http://schemas.openxmlformats.org/drawingml/2006/main">
              <a:ext uri="{FF2B5EF4-FFF2-40B4-BE49-F238E27FC236}">
                <a16:creationId xmlns:a16="http://schemas.microsoft.com/office/drawing/2014/main" id="{5647B294-F3BD-4599-A33D-042FE51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k7ldsw-2">
            <a:extLst xmlns:a="http://schemas.openxmlformats.org/drawingml/2006/main">
              <a:ext uri="{FF2B5EF4-FFF2-40B4-BE49-F238E27FC236}">
                <a16:creationId xmlns:a16="http://schemas.microsoft.com/office/drawing/2014/main" id="{492C1D3B-0130-4243-AB5C-C9ACFD2E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CF005-C04F-495E-A378-68C1A693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5" name="text-k7ldsw-4">
            <a:extLst xmlns:a="http://schemas.openxmlformats.org/drawingml/2006/main">
              <a:ext uri="{FF2B5EF4-FFF2-40B4-BE49-F238E27FC236}">
                <a16:creationId xmlns:a16="http://schemas.microsoft.com/office/drawing/2014/main" id="{25681CA0-6E04-416D-84FA-03C6C38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37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规划助手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81C50-13DB-4922-8D02-1F9A7ED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12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7" name="text-k7ldsw-6">
            <a:extLst xmlns:a="http://schemas.openxmlformats.org/drawingml/2006/main">
              <a:ext uri="{FF2B5EF4-FFF2-40B4-BE49-F238E27FC236}">
                <a16:creationId xmlns:a16="http://schemas.microsoft.com/office/drawing/2014/main" id="{E7B46B8E-BF3A-4FB4-A341-12A7284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12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素材服务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7D417-2EC1-48A6-8A28-190DACD0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9" name="text-k7ldsw-8">
            <a:extLst xmlns:a="http://schemas.openxmlformats.org/drawingml/2006/main">
              <a:ext uri="{FF2B5EF4-FFF2-40B4-BE49-F238E27FC236}">
                <a16:creationId xmlns:a16="http://schemas.microsoft.com/office/drawing/2014/main" id="{887EF375-4E5A-4984-A345-3827FAB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本地合成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62785-5A85-409D-B123-07844AE6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9AB64-A91D-4265-9EE4-61D106F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90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21491-BEA1-4A4A-986E-6A05B1B3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90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485900" y="24003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14" name="text-k7ldsw-13">
            <a:extLst xmlns:a="http://schemas.openxmlformats.org/drawingml/2006/main">
              <a:ext uri="{FF2B5EF4-FFF2-40B4-BE49-F238E27FC236}">
                <a16:creationId xmlns:a16="http://schemas.microsoft.com/office/drawing/2014/main" id="{3C82361F-6803-44D7-9A34-3D5573DD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1. 确认故事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71652-D804-4F22-AB7A-3AD6995A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962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83430-9AF3-4ABF-BC32-6285DBC3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15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485900" y="29718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18" name="text-k7ldsw-17">
            <a:extLst xmlns:a="http://schemas.openxmlformats.org/drawingml/2006/main">
              <a:ext uri="{FF2B5EF4-FFF2-40B4-BE49-F238E27FC236}">
                <a16:creationId xmlns:a16="http://schemas.microsoft.com/office/drawing/2014/main" id="{F8F0386F-0103-4CCF-811A-F1488AE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2. 交付分镜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4750A-8B3A-4697-A8CC-CFC5CF5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3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2FBD2-2254-429F-AFA4-4E1E372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533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85900" y="35433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22" name="text-k7ldsw-21">
            <a:extLst xmlns:a="http://schemas.openxmlformats.org/drawingml/2006/main">
              <a:ext uri="{FF2B5EF4-FFF2-40B4-BE49-F238E27FC236}">
                <a16:creationId xmlns:a16="http://schemas.microsoft.com/office/drawing/2014/main" id="{B7E1FE36-FB86-44BF-9DA5-8B71AFAE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3. 确认分镜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09946-E4F1-492C-A0B3-F153F0D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105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B26FF-93D4-40E8-9936-5275C04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105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65650" y="41148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26" name="text-k7ldsw-25">
            <a:extLst xmlns:a="http://schemas.openxmlformats.org/drawingml/2006/main">
              <a:ext uri="{FF2B5EF4-FFF2-40B4-BE49-F238E27FC236}">
                <a16:creationId xmlns:a16="http://schemas.microsoft.com/office/drawing/2014/main" id="{DC720AC2-4E0E-4550-B6B3-E4360E6B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909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4. 准备缺少的素材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10670-032F-4829-82FA-0BCA4175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676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029D3-9CEB-42DF-A514-4396D073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676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645400" y="46863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30" name="text-k7ldsw-29">
            <a:extLst xmlns:a="http://schemas.openxmlformats.org/drawingml/2006/main">
              <a:ext uri="{FF2B5EF4-FFF2-40B4-BE49-F238E27FC236}">
                <a16:creationId xmlns:a16="http://schemas.microsoft.com/office/drawing/2014/main" id="{72CEF7E3-0ED1-4215-8C12-E65F7598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550" y="43624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5. 图片和旁白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9AD7C-2FDD-46BB-AF8C-EADF5E6A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48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FB6DD-F17A-4224-B9A2-DC2C7837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48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1485900" y="5257800"/>
            <a:ext cx="922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34" name="text-k7ldsw-33">
            <a:extLst xmlns:a="http://schemas.openxmlformats.org/drawingml/2006/main">
              <a:ext uri="{FF2B5EF4-FFF2-40B4-BE49-F238E27FC236}">
                <a16:creationId xmlns:a16="http://schemas.microsoft.com/office/drawing/2014/main" id="{EC72F013-4A57-40B3-9E37-C62EAD3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105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6. 完成 MP4</a:t>
            </a:r>
          </a:p>
        </p:txBody>
      </p:sp>
      <p:sp>
        <p:nvSpPr>
          <p:cNvPr id="35" name="text-k7ldsw-34">
            <a:extLst xmlns:a="http://schemas.openxmlformats.org/drawingml/2006/main">
              <a:ext uri="{FF2B5EF4-FFF2-40B4-BE49-F238E27FC236}">
                <a16:creationId xmlns:a16="http://schemas.microsoft.com/office/drawing/2014/main" id="{0CD821D5-05CB-44CD-99FC-087B7F67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不调用视频大模型，也不需要白板分区确认。</a:t>
            </a:r>
          </a:p>
        </p:txBody>
      </p:sp>
    </p:spTree>
    <p:extLst>
      <p:ext uri="{BB962C8B-B14F-4D97-AF65-F5344CB8AC3E}">
        <p14:creationId xmlns:p14="http://schemas.microsoft.com/office/powerpoint/2010/main" val="11379800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sk5gaw-0.9602517338951484">
            <a:extLst xmlns:a="http://schemas.openxmlformats.org/drawingml/2006/main">
              <a:ext uri="{FF2B5EF4-FFF2-40B4-BE49-F238E27FC236}">
                <a16:creationId xmlns:a16="http://schemas.microsoft.com/office/drawing/2014/main" id="{C6EA2BEA-0672-4AC1-A2C2-9B39A24F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配音选择和试听</a:t>
            </a:r>
          </a:p>
        </p:txBody>
      </p:sp>
      <p:sp>
        <p:nvSpPr>
          <p:cNvPr id="2" name="text-sk5gaw-1">
            <a:extLst xmlns:a="http://schemas.openxmlformats.org/drawingml/2006/main">
              <a:ext uri="{FF2B5EF4-FFF2-40B4-BE49-F238E27FC236}">
                <a16:creationId xmlns:a16="http://schemas.microsoft.com/office/drawing/2014/main" id="{9990C5B8-6B37-45AF-A61D-D11BC28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sk5gaw-2">
            <a:extLst xmlns:a="http://schemas.openxmlformats.org/drawingml/2006/main">
              <a:ext uri="{FF2B5EF4-FFF2-40B4-BE49-F238E27FC236}">
                <a16:creationId xmlns:a16="http://schemas.microsoft.com/office/drawing/2014/main" id="{D108C414-7DE8-4D15-AEDD-AFEDA968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打开“配音、字幕与配乐”</a:t>
            </a:r>
          </a:p>
        </p:txBody>
      </p:sp>
      <p:sp>
        <p:nvSpPr>
          <p:cNvPr id="4" name="text-sk5gaw-3">
            <a:extLst xmlns:a="http://schemas.openxmlformats.org/drawingml/2006/main">
              <a:ext uri="{FF2B5EF4-FFF2-40B4-BE49-F238E27FC236}">
                <a16:creationId xmlns:a16="http://schemas.microsoft.com/office/drawing/2014/main" id="{195945BA-99F4-4197-A616-41BDA40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最好在草案或分镜待确认时设置。</a:t>
            </a:r>
          </a:p>
        </p:txBody>
      </p:sp>
      <p:sp>
        <p:nvSpPr>
          <p:cNvPr id="5" name="text-sk5gaw-4">
            <a:extLst xmlns:a="http://schemas.openxmlformats.org/drawingml/2006/main">
              <a:ext uri="{FF2B5EF4-FFF2-40B4-BE49-F238E27FC236}">
                <a16:creationId xmlns:a16="http://schemas.microsoft.com/office/drawing/2014/main" id="{15037841-D971-48D0-81A0-AE7073B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选择明确的音色，语速先用 1.0</a:t>
            </a:r>
          </a:p>
        </p:txBody>
      </p:sp>
      <p:sp>
        <p:nvSpPr>
          <p:cNvPr id="6" name="text-sk5gaw-5">
            <a:extLst xmlns:a="http://schemas.openxmlformats.org/drawingml/2006/main">
              <a:ext uri="{FF2B5EF4-FFF2-40B4-BE49-F238E27FC236}">
                <a16:creationId xmlns:a16="http://schemas.microsoft.com/office/drawing/2014/main" id="{A2A1B8F1-1500-4F21-944A-60EDB4A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Edge 无需语音 API 密钥；MiniMax 需要已启用渠道。</a:t>
            </a:r>
          </a:p>
        </p:txBody>
      </p:sp>
      <p:sp>
        <p:nvSpPr>
          <p:cNvPr id="7" name="text-sk5gaw-6">
            <a:extLst xmlns:a="http://schemas.openxmlformats.org/drawingml/2006/main">
              <a:ext uri="{FF2B5EF4-FFF2-40B4-BE49-F238E27FC236}">
                <a16:creationId xmlns:a16="http://schemas.microsoft.com/office/drawing/2014/main" id="{DD2EF526-51D8-4507-8568-39756C07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分镜完成后选择一镜</a:t>
            </a:r>
          </a:p>
        </p:txBody>
      </p:sp>
      <p:sp>
        <p:nvSpPr>
          <p:cNvPr id="8" name="text-sk5gaw-7">
            <a:extLst xmlns:a="http://schemas.openxmlformats.org/drawingml/2006/main">
              <a:ext uri="{FF2B5EF4-FFF2-40B4-BE49-F238E27FC236}">
                <a16:creationId xmlns:a16="http://schemas.microsoft.com/office/drawing/2014/main" id="{66829EB2-0FF6-4E99-B9EE-392D0A41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点击“保存并生成本镜试听”，再播放听一遍。</a:t>
            </a:r>
          </a:p>
        </p:txBody>
      </p:sp>
      <p:sp>
        <p:nvSpPr>
          <p:cNvPr id="9" name="text-sk5gaw-8">
            <a:extLst xmlns:a="http://schemas.openxmlformats.org/drawingml/2006/main">
              <a:ext uri="{FF2B5EF4-FFF2-40B4-BE49-F238E27FC236}">
                <a16:creationId xmlns:a16="http://schemas.microsoft.com/office/drawing/2014/main" id="{D30E3792-1807-41AB-B1A6-8E66FAF8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确认声音以后再制作</a:t>
            </a:r>
          </a:p>
        </p:txBody>
      </p:sp>
      <p:sp>
        <p:nvSpPr>
          <p:cNvPr id="10" name="text-sk5gaw-9">
            <a:extLst xmlns:a="http://schemas.openxmlformats.org/drawingml/2006/main">
              <a:ext uri="{FF2B5EF4-FFF2-40B4-BE49-F238E27FC236}">
                <a16:creationId xmlns:a16="http://schemas.microsoft.com/office/drawing/2014/main" id="{ED95C2B0-C306-47CB-8370-76003A78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参数匹配时会复用试听；声音已投入制作后设置会锁定。</a:t>
            </a:r>
          </a:p>
        </p:txBody>
      </p:sp>
      <p:sp>
        <p:nvSpPr>
          <p:cNvPr id="11" name="text-sk5gaw-10">
            <a:extLst xmlns:a="http://schemas.openxmlformats.org/drawingml/2006/main">
              <a:ext uri="{FF2B5EF4-FFF2-40B4-BE49-F238E27FC236}">
                <a16:creationId xmlns:a16="http://schemas.microsoft.com/office/drawing/2014/main" id="{32FD6240-FD8B-4767-8301-6BFBD04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MiniMax 试听可能收费。试听还在生成时不要连续点击。</a:t>
            </a:r>
          </a:p>
        </p:txBody>
      </p:sp>
    </p:spTree>
    <p:extLst>
      <p:ext uri="{BB962C8B-B14F-4D97-AF65-F5344CB8AC3E}">
        <p14:creationId xmlns:p14="http://schemas.microsoft.com/office/powerpoint/2010/main" val="1267824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swjkvk-0.8578910331287876">
            <a:extLst xmlns:a="http://schemas.openxmlformats.org/drawingml/2006/main">
              <a:ext uri="{FF2B5EF4-FFF2-40B4-BE49-F238E27FC236}">
                <a16:creationId xmlns:a16="http://schemas.microsoft.com/office/drawing/2014/main" id="{19EF2F8F-BB8A-4C63-B061-CEBAD385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字幕怎样跟上声音</a:t>
            </a:r>
          </a:p>
        </p:txBody>
      </p:sp>
      <p:sp>
        <p:nvSpPr>
          <p:cNvPr id="2" name="text-swjkvk-1">
            <a:extLst xmlns:a="http://schemas.openxmlformats.org/drawingml/2006/main">
              <a:ext uri="{FF2B5EF4-FFF2-40B4-BE49-F238E27FC236}">
                <a16:creationId xmlns:a16="http://schemas.microsoft.com/office/drawing/2014/main" id="{233B49B3-C2A1-413A-8869-923CEC31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swjkvk-2">
            <a:extLst xmlns:a="http://schemas.openxmlformats.org/drawingml/2006/main">
              <a:ext uri="{FF2B5EF4-FFF2-40B4-BE49-F238E27FC236}">
                <a16:creationId xmlns:a16="http://schemas.microsoft.com/office/drawing/2014/main" id="{34F0F2FB-1BAE-4F9E-BAEA-27613976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先选择容易看清的样式</a:t>
            </a:r>
          </a:p>
        </p:txBody>
      </p:sp>
      <p:sp>
        <p:nvSpPr>
          <p:cNvPr id="4" name="text-swjkvk-3">
            <a:extLst xmlns:a="http://schemas.openxmlformats.org/drawingml/2006/main">
              <a:ext uri="{FF2B5EF4-FFF2-40B4-BE49-F238E27FC236}">
                <a16:creationId xmlns:a16="http://schemas.microsoft.com/office/drawing/2014/main" id="{9FDA9610-C90D-46B6-BD45-65D473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简洁白字、大字、深色底板，按观看效果选择。</a:t>
            </a:r>
          </a:p>
        </p:txBody>
      </p:sp>
      <p:sp>
        <p:nvSpPr>
          <p:cNvPr id="5" name="text-swjkvk-4">
            <a:extLst xmlns:a="http://schemas.openxmlformats.org/drawingml/2006/main">
              <a:ext uri="{FF2B5EF4-FFF2-40B4-BE49-F238E27FC236}">
                <a16:creationId xmlns:a16="http://schemas.microsoft.com/office/drawing/2014/main" id="{9DEE5D78-784F-4F50-BB44-B10F2D4F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优先使用配音渠道时间戳</a:t>
            </a:r>
          </a:p>
        </p:txBody>
      </p:sp>
      <p:sp>
        <p:nvSpPr>
          <p:cNvPr id="6" name="text-swjkvk-5">
            <a:extLst xmlns:a="http://schemas.openxmlformats.org/drawingml/2006/main">
              <a:ext uri="{FF2B5EF4-FFF2-40B4-BE49-F238E27FC236}">
                <a16:creationId xmlns:a16="http://schemas.microsoft.com/office/drawing/2014/main" id="{72545884-97BE-42F5-99A7-7886D67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系统校验文字和时间，合适才采用。</a:t>
            </a:r>
          </a:p>
        </p:txBody>
      </p:sp>
      <p:sp>
        <p:nvSpPr>
          <p:cNvPr id="7" name="text-swjkvk-6">
            <a:extLst xmlns:a="http://schemas.openxmlformats.org/drawingml/2006/main">
              <a:ext uri="{FF2B5EF4-FFF2-40B4-BE49-F238E27FC236}">
                <a16:creationId xmlns:a16="http://schemas.microsoft.com/office/drawing/2014/main" id="{39C69EA1-D37B-443A-B2CF-5FF4A3F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缺少可用时间时会估算</a:t>
            </a:r>
          </a:p>
        </p:txBody>
      </p:sp>
      <p:sp>
        <p:nvSpPr>
          <p:cNvPr id="8" name="text-swjkvk-7">
            <a:extLst xmlns:a="http://schemas.openxmlformats.org/drawingml/2006/main">
              <a:ext uri="{FF2B5EF4-FFF2-40B4-BE49-F238E27FC236}">
                <a16:creationId xmlns:a16="http://schemas.microsoft.com/office/drawing/2014/main" id="{B6307072-EB33-4343-A884-746825A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估算可能不准确，白板可以手工校时或导入同旁白 SRT。</a:t>
            </a:r>
          </a:p>
        </p:txBody>
      </p:sp>
      <p:sp>
        <p:nvSpPr>
          <p:cNvPr id="9" name="text-swjkvk-8">
            <a:extLst xmlns:a="http://schemas.openxmlformats.org/drawingml/2006/main">
              <a:ext uri="{FF2B5EF4-FFF2-40B4-BE49-F238E27FC236}">
                <a16:creationId xmlns:a16="http://schemas.microsoft.com/office/drawing/2014/main" id="{D6CD814A-25AE-4683-A5B6-D729A7B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无论使用哪种时间来源，都要听一遍、看一遍。</a:t>
            </a:r>
          </a:p>
        </p:txBody>
      </p:sp>
    </p:spTree>
    <p:extLst>
      <p:ext uri="{BB962C8B-B14F-4D97-AF65-F5344CB8AC3E}">
        <p14:creationId xmlns:p14="http://schemas.microsoft.com/office/powerpoint/2010/main" val="1569897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ub99gk-0.04537224397311623">
            <a:extLst xmlns:a="http://schemas.openxmlformats.org/drawingml/2006/main">
              <a:ext uri="{FF2B5EF4-FFF2-40B4-BE49-F238E27FC236}">
                <a16:creationId xmlns:a16="http://schemas.microsoft.com/office/drawing/2014/main" id="{E7C64B66-B625-4E0F-8EEC-6A15382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背景音乐设置</a:t>
            </a:r>
          </a:p>
        </p:txBody>
      </p:sp>
      <p:sp>
        <p:nvSpPr>
          <p:cNvPr id="2" name="text-ub99gk-1">
            <a:extLst xmlns:a="http://schemas.openxmlformats.org/drawingml/2006/main">
              <a:ext uri="{FF2B5EF4-FFF2-40B4-BE49-F238E27FC236}">
                <a16:creationId xmlns:a16="http://schemas.microsoft.com/office/drawing/2014/main" id="{1C20CA16-0F93-49AC-82AA-53EE23A2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ub99gk-2">
            <a:extLst xmlns:a="http://schemas.openxmlformats.org/drawingml/2006/main">
              <a:ext uri="{FF2B5EF4-FFF2-40B4-BE49-F238E27FC236}">
                <a16:creationId xmlns:a16="http://schemas.microsoft.com/office/drawing/2014/main" id="{77EDAF0B-4EF9-4EC5-9BC2-A45514D1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选择自己的已完成音乐</a:t>
            </a:r>
          </a:p>
        </p:txBody>
      </p:sp>
      <p:sp>
        <p:nvSpPr>
          <p:cNvPr id="4" name="text-ub99gk-3">
            <a:extLst xmlns:a="http://schemas.openxmlformats.org/drawingml/2006/main">
              <a:ext uri="{FF2B5EF4-FFF2-40B4-BE49-F238E27FC236}">
                <a16:creationId xmlns:a16="http://schemas.microsoft.com/office/drawing/2014/main" id="{37DE7770-7AB2-4B27-AB50-CA18C833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声音面板中可以试听并选用，不会重新生成这段音乐。</a:t>
            </a:r>
          </a:p>
        </p:txBody>
      </p:sp>
      <p:sp>
        <p:nvSpPr>
          <p:cNvPr id="5" name="text-ub99gk-4">
            <a:extLst xmlns:a="http://schemas.openxmlformats.org/drawingml/2006/main">
              <a:ext uri="{FF2B5EF4-FFF2-40B4-BE49-F238E27FC236}">
                <a16:creationId xmlns:a16="http://schemas.microsoft.com/office/drawing/2014/main" id="{8387B449-0080-4D65-B32D-7B89DB5A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音量从轻一点开始</a:t>
            </a:r>
          </a:p>
        </p:txBody>
      </p:sp>
      <p:sp>
        <p:nvSpPr>
          <p:cNvPr id="6" name="text-ub99gk-5">
            <a:extLst xmlns:a="http://schemas.openxmlformats.org/drawingml/2006/main">
              <a:ext uri="{FF2B5EF4-FFF2-40B4-BE49-F238E27FC236}">
                <a16:creationId xmlns:a16="http://schemas.microsoft.com/office/drawing/2014/main" id="{AF2C04DB-7229-4B20-97C6-67B338BC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先让旁白听得清楚，再判断音乐是否合适。</a:t>
            </a:r>
          </a:p>
        </p:txBody>
      </p:sp>
      <p:sp>
        <p:nvSpPr>
          <p:cNvPr id="7" name="text-ub99gk-6">
            <a:extLst xmlns:a="http://schemas.openxmlformats.org/drawingml/2006/main">
              <a:ext uri="{FF2B5EF4-FFF2-40B4-BE49-F238E27FC236}">
                <a16:creationId xmlns:a16="http://schemas.microsoft.com/office/drawing/2014/main" id="{FD994D6F-B83D-4DCB-9FEA-42D160CC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可使用淡入淡出和自动压低</a:t>
            </a:r>
          </a:p>
        </p:txBody>
      </p:sp>
      <p:sp>
        <p:nvSpPr>
          <p:cNvPr id="8" name="text-ub99gk-7">
            <a:extLst xmlns:a="http://schemas.openxmlformats.org/drawingml/2006/main">
              <a:ext uri="{FF2B5EF4-FFF2-40B4-BE49-F238E27FC236}">
                <a16:creationId xmlns:a16="http://schemas.microsoft.com/office/drawing/2014/main" id="{D2127615-04FB-439F-B38B-AE1E530C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自动压低参考原音轨响度，不是单独识别人声。</a:t>
            </a:r>
          </a:p>
        </p:txBody>
      </p:sp>
      <p:sp>
        <p:nvSpPr>
          <p:cNvPr id="9" name="text-ub99gk-8">
            <a:extLst xmlns:a="http://schemas.openxmlformats.org/drawingml/2006/main">
              <a:ext uri="{FF2B5EF4-FFF2-40B4-BE49-F238E27FC236}">
                <a16:creationId xmlns:a16="http://schemas.microsoft.com/office/drawing/2014/main" id="{CE6E73F0-B781-40FD-ABC0-8845083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没有合适音乐也可以不加</a:t>
            </a:r>
          </a:p>
        </p:txBody>
      </p:sp>
      <p:sp>
        <p:nvSpPr>
          <p:cNvPr id="10" name="text-ub99gk-9">
            <a:extLst xmlns:a="http://schemas.openxmlformats.org/drawingml/2006/main">
              <a:ext uri="{FF2B5EF4-FFF2-40B4-BE49-F238E27FC236}">
                <a16:creationId xmlns:a16="http://schemas.microsoft.com/office/drawing/2014/main" id="{0930C7F8-AA9F-4684-A659-4A9FB2B7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当前还没有上传任意背景音乐或自己录音的入口。</a:t>
            </a:r>
          </a:p>
        </p:txBody>
      </p:sp>
      <p:sp>
        <p:nvSpPr>
          <p:cNvPr id="11" name="text-ub99gk-10">
            <a:extLst xmlns:a="http://schemas.openxmlformats.org/drawingml/2006/main">
              <a:ext uri="{FF2B5EF4-FFF2-40B4-BE49-F238E27FC236}">
                <a16:creationId xmlns:a16="http://schemas.microsoft.com/office/drawing/2014/main" id="{2A65061A-B4C1-4E8D-8E7B-6297E2B3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动态视频原音轨已有音乐时，新音乐可能和它叠加。</a:t>
            </a:r>
          </a:p>
        </p:txBody>
      </p:sp>
    </p:spTree>
    <p:extLst>
      <p:ext uri="{BB962C8B-B14F-4D97-AF65-F5344CB8AC3E}">
        <p14:creationId xmlns:p14="http://schemas.microsoft.com/office/powerpoint/2010/main" val="335613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j1aaax-0.10236873063178853">
            <a:extLst xmlns:a="http://schemas.openxmlformats.org/drawingml/2006/main">
              <a:ext uri="{FF2B5EF4-FFF2-40B4-BE49-F238E27FC236}">
                <a16:creationId xmlns:a16="http://schemas.microsoft.com/office/drawing/2014/main" id="{1A4AEC54-2FBE-4C40-93C1-586B5689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白板多一道分区确认</a:t>
            </a:r>
          </a:p>
        </p:txBody>
      </p:sp>
      <p:sp>
        <p:nvSpPr>
          <p:cNvPr id="2" name="text-j1aaax-1">
            <a:extLst xmlns:a="http://schemas.openxmlformats.org/drawingml/2006/main">
              <a:ext uri="{FF2B5EF4-FFF2-40B4-BE49-F238E27FC236}">
                <a16:creationId xmlns:a16="http://schemas.microsoft.com/office/drawing/2014/main" id="{4DCA9C3D-6879-438D-BF5A-220DFFA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j1aaax-2">
            <a:extLst xmlns:a="http://schemas.openxmlformats.org/drawingml/2006/main">
              <a:ext uri="{FF2B5EF4-FFF2-40B4-BE49-F238E27FC236}">
                <a16:creationId xmlns:a16="http://schemas.microsoft.com/office/drawing/2014/main" id="{94D6B516-4F40-47B0-82D6-43D58AC1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A420A-F795-466F-A143-5945AC1C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5" name="text-j1aaax-4">
            <a:extLst xmlns:a="http://schemas.openxmlformats.org/drawingml/2006/main">
              <a:ext uri="{FF2B5EF4-FFF2-40B4-BE49-F238E27FC236}">
                <a16:creationId xmlns:a16="http://schemas.microsoft.com/office/drawing/2014/main" id="{451542DF-E7A5-403F-AFDC-F86DB19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37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导演工作室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4F0DF-C87E-4CFA-B397-4DA70A8D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12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7" name="text-j1aaax-6">
            <a:extLst xmlns:a="http://schemas.openxmlformats.org/drawingml/2006/main">
              <a:ext uri="{FF2B5EF4-FFF2-40B4-BE49-F238E27FC236}">
                <a16:creationId xmlns:a16="http://schemas.microsoft.com/office/drawing/2014/main" id="{7B404C9B-52F9-4CCE-9A30-8A3F336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12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素材与标注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AA31A-ED0B-44E8-8903-9C982188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9" name="text-j1aaax-8">
            <a:extLst xmlns:a="http://schemas.openxmlformats.org/drawingml/2006/main">
              <a:ext uri="{FF2B5EF4-FFF2-40B4-BE49-F238E27FC236}">
                <a16:creationId xmlns:a16="http://schemas.microsoft.com/office/drawing/2014/main" id="{2B6E8BA4-B097-4F42-8B60-7A660F29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954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本地绘制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EFA18-0AD8-411D-B5D8-965C1438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38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DC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86D62-A46D-4E3B-BBF1-45B1984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90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44747-5E21-40DF-B7D0-9EDED5A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90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485900" y="24003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14" name="text-j1aaax-13">
            <a:extLst xmlns:a="http://schemas.openxmlformats.org/drawingml/2006/main">
              <a:ext uri="{FF2B5EF4-FFF2-40B4-BE49-F238E27FC236}">
                <a16:creationId xmlns:a16="http://schemas.microsoft.com/office/drawing/2014/main" id="{E91AAADF-C88A-42A4-8F87-7C0B059E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1. 确认分镜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6A8AA-2143-4CD4-9653-62609FA0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962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08B00-1A0D-4D30-B1E4-5023696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962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65650" y="29718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18" name="text-j1aaax-17">
            <a:extLst xmlns:a="http://schemas.openxmlformats.org/drawingml/2006/main">
              <a:ext uri="{FF2B5EF4-FFF2-40B4-BE49-F238E27FC236}">
                <a16:creationId xmlns:a16="http://schemas.microsoft.com/office/drawing/2014/main" id="{39854654-0F86-41CB-8BEC-9998A308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6479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2. 准备图片、旁白与分区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4BF00-F8E1-425F-9FC5-0B70F28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3533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1A312-900E-41FF-9571-2875061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3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1485900" y="3543300"/>
            <a:ext cx="6140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22" name="text-j1aaax-21">
            <a:extLst xmlns:a="http://schemas.openxmlformats.org/drawingml/2006/main">
              <a:ext uri="{FF2B5EF4-FFF2-40B4-BE49-F238E27FC236}">
                <a16:creationId xmlns:a16="http://schemas.microsoft.com/office/drawing/2014/main" id="{FF71EE10-FBD9-4227-BA3B-CB3A7F96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6026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3. 展示分区草稿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E8670-3367-4854-A367-23515FD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ECCB9-4554-4603-97F3-AEAC0D69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105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485900" y="41148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26" name="text-j1aaax-25">
            <a:extLst xmlns:a="http://schemas.openxmlformats.org/drawingml/2006/main">
              <a:ext uri="{FF2B5EF4-FFF2-40B4-BE49-F238E27FC236}">
                <a16:creationId xmlns:a16="http://schemas.microsoft.com/office/drawing/2014/main" id="{25EEED4B-EAA5-4238-8322-4742A61A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909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4. 逐镜保存并预览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1D759-4865-4375-B890-65DEF451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76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851B5-FE3E-4539-9433-AC30616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6767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485900" y="4686300"/>
            <a:ext cx="306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30" name="text-j1aaax-29">
            <a:extLst xmlns:a="http://schemas.openxmlformats.org/drawingml/2006/main">
              <a:ext uri="{FF2B5EF4-FFF2-40B4-BE49-F238E27FC236}">
                <a16:creationId xmlns:a16="http://schemas.microsoft.com/office/drawing/2014/main" id="{02607DAF-7C87-4D25-996B-38DFB401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2946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5. 确认全部分区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7C5FA-D6D6-4CD1-A669-5F81506B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5248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E1B8F-C1F3-45C6-998D-2FFCED59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482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75"/>
          </a:solidFill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565650" y="5257800"/>
            <a:ext cx="6140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B75"/>
            </a:solidFill>
            <a:tailEnd type="triangle" w="med" len="med"/>
          </a:ln>
        </p:spPr>
      </p:cxnSp>
      <p:sp>
        <p:nvSpPr>
          <p:cNvPr id="34" name="text-j1aaax-33">
            <a:extLst xmlns:a="http://schemas.openxmlformats.org/drawingml/2006/main">
              <a:ext uri="{FF2B5EF4-FFF2-40B4-BE49-F238E27FC236}">
                <a16:creationId xmlns:a16="http://schemas.microsoft.com/office/drawing/2014/main" id="{656A01AE-5EF7-4AA9-B281-D41D0501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933950"/>
            <a:ext cx="60261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6. 绘制并合入声音字幕</a:t>
            </a:r>
          </a:p>
        </p:txBody>
      </p:sp>
      <p:sp>
        <p:nvSpPr>
          <p:cNvPr id="35" name="text-j1aaax-34">
            <a:extLst xmlns:a="http://schemas.openxmlformats.org/drawingml/2006/main">
              <a:ext uri="{FF2B5EF4-FFF2-40B4-BE49-F238E27FC236}">
                <a16:creationId xmlns:a16="http://schemas.microsoft.com/office/drawing/2014/main" id="{DF88B656-7E1B-4422-927C-4852E2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素材准备好后暂停，是在等你检查，并不一定是卡住。</a:t>
            </a:r>
          </a:p>
        </p:txBody>
      </p:sp>
    </p:spTree>
    <p:extLst>
      <p:ext uri="{BB962C8B-B14F-4D97-AF65-F5344CB8AC3E}">
        <p14:creationId xmlns:p14="http://schemas.microsoft.com/office/powerpoint/2010/main" val="4587645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xg2glt-0.41320800472897545">
            <a:extLst xmlns:a="http://schemas.openxmlformats.org/drawingml/2006/main">
              <a:ext uri="{FF2B5EF4-FFF2-40B4-BE49-F238E27FC236}">
                <a16:creationId xmlns:a16="http://schemas.microsoft.com/office/drawing/2014/main" id="{3826A220-246B-46AF-904F-036040CD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分区就像给图片分小块</a:t>
            </a:r>
          </a:p>
        </p:txBody>
      </p:sp>
      <p:sp>
        <p:nvSpPr>
          <p:cNvPr id="2" name="text-xg2glt-1">
            <a:extLst xmlns:a="http://schemas.openxmlformats.org/drawingml/2006/main">
              <a:ext uri="{FF2B5EF4-FFF2-40B4-BE49-F238E27FC236}">
                <a16:creationId xmlns:a16="http://schemas.microsoft.com/office/drawing/2014/main" id="{010FF4CF-0CB2-4B18-A5F8-9D96CE14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xg2glt-2">
            <a:extLst xmlns:a="http://schemas.openxmlformats.org/drawingml/2006/main">
              <a:ext uri="{FF2B5EF4-FFF2-40B4-BE49-F238E27FC236}">
                <a16:creationId xmlns:a16="http://schemas.microsoft.com/office/drawing/2014/main" id="{46BE0063-967D-48F6-8920-00359A7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例子：先讲太阳，再讲小树</a:t>
            </a:r>
          </a:p>
        </p:txBody>
      </p:sp>
      <p:sp>
        <p:nvSpPr>
          <p:cNvPr id="4" name="text-xg2glt-3">
            <a:extLst xmlns:a="http://schemas.openxmlformats.org/drawingml/2006/main">
              <a:ext uri="{FF2B5EF4-FFF2-40B4-BE49-F238E27FC236}">
                <a16:creationId xmlns:a16="http://schemas.microsoft.com/office/drawing/2014/main" id="{3599D2A5-6E70-4A0E-806C-776536B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绘制顺序跟着旁白走，不由图片左右位置决定。</a:t>
            </a:r>
          </a:p>
        </p:txBody>
      </p:sp>
      <p:sp>
        <p:nvSpPr>
          <p:cNvPr id="5" name="text-xg2glt-4">
            <a:extLst xmlns:a="http://schemas.openxmlformats.org/drawingml/2006/main">
              <a:ext uri="{FF2B5EF4-FFF2-40B4-BE49-F238E27FC236}">
                <a16:creationId xmlns:a16="http://schemas.microsoft.com/office/drawing/2014/main" id="{5CE48DE5-3749-4FCD-886B-4A6CFB98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在原图上拖动鼠标框选</a:t>
            </a:r>
          </a:p>
        </p:txBody>
      </p:sp>
      <p:sp>
        <p:nvSpPr>
          <p:cNvPr id="6" name="text-xg2glt-5">
            <a:extLst xmlns:a="http://schemas.openxmlformats.org/drawingml/2006/main">
              <a:ext uri="{FF2B5EF4-FFF2-40B4-BE49-F238E27FC236}">
                <a16:creationId xmlns:a16="http://schemas.microsoft.com/office/drawing/2014/main" id="{3373C7B0-8C16-4A10-9303-A0692945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选择“新增绘制区域”，给框起名并关联对应字幕。</a:t>
            </a:r>
          </a:p>
        </p:txBody>
      </p:sp>
      <p:sp>
        <p:nvSpPr>
          <p:cNvPr id="7" name="text-xg2glt-6">
            <a:extLst xmlns:a="http://schemas.openxmlformats.org/drawingml/2006/main">
              <a:ext uri="{FF2B5EF4-FFF2-40B4-BE49-F238E27FC236}">
                <a16:creationId xmlns:a16="http://schemas.microsoft.com/office/drawing/2014/main" id="{38EECCEE-8D76-4CAC-B099-0D53C33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用“上移”“下移”检查顺序</a:t>
            </a:r>
          </a:p>
        </p:txBody>
      </p:sp>
      <p:sp>
        <p:nvSpPr>
          <p:cNvPr id="8" name="text-xg2glt-7">
            <a:extLst xmlns:a="http://schemas.openxmlformats.org/drawingml/2006/main">
              <a:ext uri="{FF2B5EF4-FFF2-40B4-BE49-F238E27FC236}">
                <a16:creationId xmlns:a16="http://schemas.microsoft.com/office/drawing/2014/main" id="{22C8F6AB-1DF6-4A0A-93DE-F929D29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框错可以重画。自动标注不准时可以手工修改。</a:t>
            </a:r>
          </a:p>
        </p:txBody>
      </p:sp>
      <p:sp>
        <p:nvSpPr>
          <p:cNvPr id="9" name="text-xg2glt-8">
            <a:extLst xmlns:a="http://schemas.openxmlformats.org/drawingml/2006/main">
              <a:ext uri="{FF2B5EF4-FFF2-40B4-BE49-F238E27FC236}">
                <a16:creationId xmlns:a16="http://schemas.microsoft.com/office/drawing/2014/main" id="{1C37C1E7-4597-4956-9643-43EF44D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需要隐藏的部分可加保护区</a:t>
            </a:r>
          </a:p>
        </p:txBody>
      </p:sp>
      <p:sp>
        <p:nvSpPr>
          <p:cNvPr id="10" name="text-xg2glt-9">
            <a:extLst xmlns:a="http://schemas.openxmlformats.org/drawingml/2006/main">
              <a:ext uri="{FF2B5EF4-FFF2-40B4-BE49-F238E27FC236}">
                <a16:creationId xmlns:a16="http://schemas.microsoft.com/office/drawing/2014/main" id="{897C483A-3EDA-4A50-8C8B-933AF1D2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红色虚线表示保护区；没标注到的对象可能一直不出现。</a:t>
            </a:r>
          </a:p>
        </p:txBody>
      </p:sp>
      <p:sp>
        <p:nvSpPr>
          <p:cNvPr id="11" name="text-xg2glt-10">
            <a:extLst xmlns:a="http://schemas.openxmlformats.org/drawingml/2006/main">
              <a:ext uri="{FF2B5EF4-FFF2-40B4-BE49-F238E27FC236}">
                <a16:creationId xmlns:a16="http://schemas.microsoft.com/office/drawing/2014/main" id="{577CFE09-2D70-4D02-B04A-12C14F46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第一次选简单、少遮挡的图片，更容易检查。</a:t>
            </a:r>
          </a:p>
        </p:txBody>
      </p:sp>
    </p:spTree>
    <p:extLst>
      <p:ext uri="{BB962C8B-B14F-4D97-AF65-F5344CB8AC3E}">
        <p14:creationId xmlns:p14="http://schemas.microsoft.com/office/powerpoint/2010/main" val="1162467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4e0rk-0.40116294603382285">
            <a:extLst xmlns:a="http://schemas.openxmlformats.org/drawingml/2006/main">
              <a:ext uri="{FF2B5EF4-FFF2-40B4-BE49-F238E27FC236}">
                <a16:creationId xmlns:a16="http://schemas.microsoft.com/office/drawing/2014/main" id="{9CE76887-4FBC-47D9-82E5-A9AB82D0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白板时间的简单例子</a:t>
            </a:r>
          </a:p>
        </p:txBody>
      </p:sp>
      <p:sp>
        <p:nvSpPr>
          <p:cNvPr id="2" name="text-74e0rk-1">
            <a:extLst xmlns:a="http://schemas.openxmlformats.org/drawingml/2006/main">
              <a:ext uri="{FF2B5EF4-FFF2-40B4-BE49-F238E27FC236}">
                <a16:creationId xmlns:a16="http://schemas.microsoft.com/office/drawing/2014/main" id="{94996353-2F88-4F03-B691-F8417D03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647950"/>
                <a:gridCol w="2647950"/>
                <a:gridCol w="2667000"/>
              </a:tblGrid>
              <a:tr h="12223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</a:tr>
              <a:tr h="12223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太阳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223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小树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 ms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1500 ms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3500 ms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4" name="text-74e0rk-2">
            <a:extLst xmlns:a="http://schemas.openxmlformats.org/drawingml/2006/main">
              <a:ext uri="{FF2B5EF4-FFF2-40B4-BE49-F238E27FC236}">
                <a16:creationId xmlns:a16="http://schemas.microsoft.com/office/drawing/2014/main" id="{54032299-BCB8-46FA-BF59-3A67EBF7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1000 ms = 1 秒。前一个画完，下一个才能开始。</a:t>
            </a:r>
          </a:p>
        </p:txBody>
      </p:sp>
    </p:spTree>
    <p:extLst>
      <p:ext uri="{BB962C8B-B14F-4D97-AF65-F5344CB8AC3E}">
        <p14:creationId xmlns:p14="http://schemas.microsoft.com/office/powerpoint/2010/main" val="15917220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oau64-0.925985043297147">
            <a:extLst xmlns:a="http://schemas.openxmlformats.org/drawingml/2006/main">
              <a:ext uri="{FF2B5EF4-FFF2-40B4-BE49-F238E27FC236}">
                <a16:creationId xmlns:a16="http://schemas.microsoft.com/office/drawing/2014/main" id="{1EA6CE39-CDD2-4F72-8212-B260E89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白板预览和正式渲染</a:t>
            </a:r>
          </a:p>
        </p:txBody>
      </p:sp>
      <p:sp>
        <p:nvSpPr>
          <p:cNvPr id="2" name="text-5oau64-1">
            <a:extLst xmlns:a="http://schemas.openxmlformats.org/drawingml/2006/main">
              <a:ext uri="{FF2B5EF4-FFF2-40B4-BE49-F238E27FC236}">
                <a16:creationId xmlns:a16="http://schemas.microsoft.com/office/drawing/2014/main" id="{A8B6153E-5E88-4F8E-A3F0-3D78D7A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text-5oau64-2">
            <a:extLst xmlns:a="http://schemas.openxmlformats.org/drawingml/2006/main">
              <a:ext uri="{FF2B5EF4-FFF2-40B4-BE49-F238E27FC236}">
                <a16:creationId xmlns:a16="http://schemas.microsoft.com/office/drawing/2014/main" id="{9E63A435-B879-4242-8BE7-7A59485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保存并生成真实笔迹预览</a:t>
            </a:r>
          </a:p>
        </p:txBody>
      </p:sp>
      <p:sp>
        <p:nvSpPr>
          <p:cNvPr id="4" name="text-5oau64-3">
            <a:extLst xmlns:a="http://schemas.openxmlformats.org/drawingml/2006/main">
              <a:ext uri="{FF2B5EF4-FFF2-40B4-BE49-F238E27FC236}">
                <a16:creationId xmlns:a16="http://schemas.microsoft.com/office/drawing/2014/main" id="{4730E60B-D8FD-4EA9-B45A-37D6CAF6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看对象有没有漏画、顺序是否正确。</a:t>
            </a:r>
          </a:p>
        </p:txBody>
      </p:sp>
      <p:sp>
        <p:nvSpPr>
          <p:cNvPr id="5" name="text-5oau64-4">
            <a:extLst xmlns:a="http://schemas.openxmlformats.org/drawingml/2006/main">
              <a:ext uri="{FF2B5EF4-FFF2-40B4-BE49-F238E27FC236}">
                <a16:creationId xmlns:a16="http://schemas.microsoft.com/office/drawing/2014/main" id="{EA14A7D9-1B83-4A67-9E87-37A6122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预览没有声音通常正常</a:t>
            </a:r>
          </a:p>
        </p:txBody>
      </p:sp>
      <p:sp>
        <p:nvSpPr>
          <p:cNvPr id="6" name="text-5oau64-5">
            <a:extLst xmlns:a="http://schemas.openxmlformats.org/drawingml/2006/main">
              <a:ext uri="{FF2B5EF4-FFF2-40B4-BE49-F238E27FC236}">
                <a16:creationId xmlns:a16="http://schemas.microsoft.com/office/drawing/2014/main" id="{62A30314-8ECC-432E-B026-4E35077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这是低清笔迹预览，不含正式配音和烧录字幕。</a:t>
            </a:r>
          </a:p>
        </p:txBody>
      </p:sp>
      <p:sp>
        <p:nvSpPr>
          <p:cNvPr id="7" name="text-5oau64-6">
            <a:extLst xmlns:a="http://schemas.openxmlformats.org/drawingml/2006/main">
              <a:ext uri="{FF2B5EF4-FFF2-40B4-BE49-F238E27FC236}">
                <a16:creationId xmlns:a16="http://schemas.microsoft.com/office/drawing/2014/main" id="{71B8F170-B907-408B-A096-5A9C673E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每一镜都要检查并保存</a:t>
            </a:r>
          </a:p>
        </p:txBody>
      </p:sp>
      <p:sp>
        <p:nvSpPr>
          <p:cNvPr id="8" name="text-5oau64-7">
            <a:extLst xmlns:a="http://schemas.openxmlformats.org/drawingml/2006/main">
              <a:ext uri="{FF2B5EF4-FFF2-40B4-BE49-F238E27FC236}">
                <a16:creationId xmlns:a16="http://schemas.microsoft.com/office/drawing/2014/main" id="{6E7944A4-09A4-477A-840C-FE850669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只保存标注还没有开始正式渲染。</a:t>
            </a:r>
          </a:p>
        </p:txBody>
      </p:sp>
      <p:sp>
        <p:nvSpPr>
          <p:cNvPr id="9" name="text-5oau64-8">
            <a:extLst xmlns:a="http://schemas.openxmlformats.org/drawingml/2006/main">
              <a:ext uri="{FF2B5EF4-FFF2-40B4-BE49-F238E27FC236}">
                <a16:creationId xmlns:a16="http://schemas.microsoft.com/office/drawing/2014/main" id="{8B24D611-9F6A-4C16-BA71-D3560E7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回项目确认全部分区</a:t>
            </a:r>
          </a:p>
        </p:txBody>
      </p:sp>
      <p:sp>
        <p:nvSpPr>
          <p:cNvPr id="10" name="text-5oau64-9">
            <a:extLst xmlns:a="http://schemas.openxmlformats.org/drawingml/2006/main">
              <a:ext uri="{FF2B5EF4-FFF2-40B4-BE49-F238E27FC236}">
                <a16:creationId xmlns:a16="http://schemas.microsoft.com/office/drawing/2014/main" id="{A60A2B6A-0FAB-4C14-9B81-3B38D7E9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点击“确认全部分区并正式渲染（无视频模型）”。</a:t>
            </a:r>
          </a:p>
        </p:txBody>
      </p:sp>
      <p:sp>
        <p:nvSpPr>
          <p:cNvPr id="11" name="text-5oau64-10">
            <a:extLst xmlns:a="http://schemas.openxmlformats.org/drawingml/2006/main">
              <a:ext uri="{FF2B5EF4-FFF2-40B4-BE49-F238E27FC236}">
                <a16:creationId xmlns:a16="http://schemas.microsoft.com/office/drawing/2014/main" id="{5BCA26E8-B40D-4994-B7C1-31A13AC0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SRT 只校正当前镜头字幕时间，暂不能导入整片字幕直接自动拆场景。</a:t>
            </a:r>
          </a:p>
        </p:txBody>
      </p:sp>
    </p:spTree>
    <p:extLst>
      <p:ext uri="{BB962C8B-B14F-4D97-AF65-F5344CB8AC3E}">
        <p14:creationId xmlns:p14="http://schemas.microsoft.com/office/powerpoint/2010/main" val="123870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kn0s30-0.7853277875416839">
            <a:extLst xmlns:a="http://schemas.openxmlformats.org/drawingml/2006/main">
              <a:ext uri="{FF2B5EF4-FFF2-40B4-BE49-F238E27FC236}">
                <a16:creationId xmlns:a16="http://schemas.microsoft.com/office/drawing/2014/main" id="{921CA386-AE05-4C49-8C2C-B3928BA2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动态视频的特别提醒</a:t>
            </a:r>
          </a:p>
        </p:txBody>
      </p:sp>
      <p:sp>
        <p:nvSpPr>
          <p:cNvPr id="2" name="text-kn0s30-1">
            <a:extLst xmlns:a="http://schemas.openxmlformats.org/drawingml/2006/main">
              <a:ext uri="{FF2B5EF4-FFF2-40B4-BE49-F238E27FC236}">
                <a16:creationId xmlns:a16="http://schemas.microsoft.com/office/drawing/2014/main" id="{28E95C45-17BD-439F-A7D3-8C68710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text-kn0s30-2">
            <a:extLst xmlns:a="http://schemas.openxmlformats.org/drawingml/2006/main">
              <a:ext uri="{FF2B5EF4-FFF2-40B4-BE49-F238E27FC236}">
                <a16:creationId xmlns:a16="http://schemas.microsoft.com/office/drawing/2014/main" id="{654F328E-3426-4767-BD25-75CCCCC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需要人物真的运动时选择它</a:t>
            </a:r>
          </a:p>
        </p:txBody>
      </p:sp>
      <p:sp>
        <p:nvSpPr>
          <p:cNvPr id="4" name="text-kn0s30-3">
            <a:extLst xmlns:a="http://schemas.openxmlformats.org/drawingml/2006/main">
              <a:ext uri="{FF2B5EF4-FFF2-40B4-BE49-F238E27FC236}">
                <a16:creationId xmlns:a16="http://schemas.microsoft.com/office/drawing/2014/main" id="{42B7724D-491C-4621-9892-B5B8371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在制作渠道中明确选动态视频，并确认清晰度和费用。</a:t>
            </a:r>
          </a:p>
        </p:txBody>
      </p:sp>
      <p:sp>
        <p:nvSpPr>
          <p:cNvPr id="5" name="text-kn0s30-4">
            <a:extLst xmlns:a="http://schemas.openxmlformats.org/drawingml/2006/main">
              <a:ext uri="{FF2B5EF4-FFF2-40B4-BE49-F238E27FC236}">
                <a16:creationId xmlns:a16="http://schemas.microsoft.com/office/drawing/2014/main" id="{68C1EDE7-3764-46FA-BF63-55508ED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自动模式可能保留视频原音轨</a:t>
            </a:r>
          </a:p>
        </p:txBody>
      </p:sp>
      <p:sp>
        <p:nvSpPr>
          <p:cNvPr id="6" name="text-kn0s30-5">
            <a:extLst xmlns:a="http://schemas.openxmlformats.org/drawingml/2006/main">
              <a:ext uri="{FF2B5EF4-FFF2-40B4-BE49-F238E27FC236}">
                <a16:creationId xmlns:a16="http://schemas.microsoft.com/office/drawing/2014/main" id="{E20937EE-B3BF-453C-BDDA-4A318CE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支持原生声画的镜头可保留对白、音效和配乐。</a:t>
            </a:r>
          </a:p>
        </p:txBody>
      </p:sp>
      <p:sp>
        <p:nvSpPr>
          <p:cNvPr id="7" name="text-kn0s30-6">
            <a:extLst xmlns:a="http://schemas.openxmlformats.org/drawingml/2006/main">
              <a:ext uri="{FF2B5EF4-FFF2-40B4-BE49-F238E27FC236}">
                <a16:creationId xmlns:a16="http://schemas.microsoft.com/office/drawing/2014/main" id="{2608E027-54F5-4944-B4FD-95FC212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明确选择外部配音会替换原音轨</a:t>
            </a:r>
          </a:p>
        </p:txBody>
      </p:sp>
      <p:sp>
        <p:nvSpPr>
          <p:cNvPr id="8" name="text-kn0s30-7">
            <a:extLst xmlns:a="http://schemas.openxmlformats.org/drawingml/2006/main">
              <a:ext uri="{FF2B5EF4-FFF2-40B4-BE49-F238E27FC236}">
                <a16:creationId xmlns:a16="http://schemas.microsoft.com/office/drawing/2014/main" id="{B442FAF5-F692-42F1-B6C3-8737DF07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原配乐和音效可能随之替换，也不保证嘴型一致。</a:t>
            </a:r>
          </a:p>
        </p:txBody>
      </p:sp>
      <p:sp>
        <p:nvSpPr>
          <p:cNvPr id="9" name="text-kn0s30-8">
            <a:extLst xmlns:a="http://schemas.openxmlformats.org/drawingml/2006/main">
              <a:ext uri="{FF2B5EF4-FFF2-40B4-BE49-F238E27FC236}">
                <a16:creationId xmlns:a16="http://schemas.microsoft.com/office/drawing/2014/main" id="{59A7F7B4-1C75-46B8-BC08-E8E54EE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旁白太长可能需要调整</a:t>
            </a:r>
          </a:p>
        </p:txBody>
      </p:sp>
      <p:sp>
        <p:nvSpPr>
          <p:cNvPr id="10" name="text-kn0s30-9">
            <a:extLst xmlns:a="http://schemas.openxmlformats.org/drawingml/2006/main">
              <a:ext uri="{FF2B5EF4-FFF2-40B4-BE49-F238E27FC236}">
                <a16:creationId xmlns:a16="http://schemas.microsoft.com/office/drawing/2014/main" id="{EE1EC47D-008E-48E8-B3D1-A28D197E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缩短台词或调整语速后重新核对，避免截断声音。</a:t>
            </a:r>
          </a:p>
        </p:txBody>
      </p:sp>
      <p:sp>
        <p:nvSpPr>
          <p:cNvPr id="11" name="text-kn0s30-10">
            <a:extLst xmlns:a="http://schemas.openxmlformats.org/drawingml/2006/main">
              <a:ext uri="{FF2B5EF4-FFF2-40B4-BE49-F238E27FC236}">
                <a16:creationId xmlns:a16="http://schemas.microsoft.com/office/drawing/2014/main" id="{A6048A37-D8F4-430D-8A21-2C3F11F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白板或图文动效失败时，不会自动切换成付费动态视频。</a:t>
            </a:r>
          </a:p>
        </p:txBody>
      </p:sp>
    </p:spTree>
    <p:extLst>
      <p:ext uri="{BB962C8B-B14F-4D97-AF65-F5344CB8AC3E}">
        <p14:creationId xmlns:p14="http://schemas.microsoft.com/office/powerpoint/2010/main" val="17623509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j0owr9-0.7976073825699511">
            <a:extLst xmlns:a="http://schemas.openxmlformats.org/drawingml/2006/main">
              <a:ext uri="{FF2B5EF4-FFF2-40B4-BE49-F238E27FC236}">
                <a16:creationId xmlns:a16="http://schemas.microsoft.com/office/drawing/2014/main" id="{F2D874E3-B3C5-4C8D-AD3E-133B578D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四位执行助手的分工</a:t>
            </a:r>
          </a:p>
        </p:txBody>
      </p:sp>
      <p:sp>
        <p:nvSpPr>
          <p:cNvPr id="2" name="text-j0owr9-1">
            <a:extLst xmlns:a="http://schemas.openxmlformats.org/drawingml/2006/main">
              <a:ext uri="{FF2B5EF4-FFF2-40B4-BE49-F238E27FC236}">
                <a16:creationId xmlns:a16="http://schemas.microsoft.com/office/drawing/2014/main" id="{3CA82D23-B17F-493F-B149-14977687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438650"/>
                <a:gridCol w="4191000"/>
              </a:tblGrid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助手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负责什么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你检查什么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故事、人物、台词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内容清楚且事实正确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画面、分镜、白板区域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构图和顺序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媒体制作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素材调用、本地合成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哪一步正在执行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质检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轨道、时长等技术项目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技术错误和结果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4" name="text-j0owr9-2">
            <a:extLst xmlns:a="http://schemas.openxmlformats.org/drawingml/2006/main">
              <a:ext uri="{FF2B5EF4-FFF2-40B4-BE49-F238E27FC236}">
                <a16:creationId xmlns:a16="http://schemas.microsoft.com/office/drawing/2014/main" id="{89C6A10C-99CF-448D-94CF-BE3E676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总导演负责调度和关卡。有些步骤用本地工具，不一定调用独立模型。</a:t>
            </a:r>
          </a:p>
        </p:txBody>
      </p:sp>
    </p:spTree>
    <p:extLst>
      <p:ext uri="{BB962C8B-B14F-4D97-AF65-F5344CB8AC3E}">
        <p14:creationId xmlns:p14="http://schemas.microsoft.com/office/powerpoint/2010/main" val="14654877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3rv5z-0.4786852674164501">
            <a:extLst xmlns:a="http://schemas.openxmlformats.org/drawingml/2006/main">
              <a:ext uri="{FF2B5EF4-FFF2-40B4-BE49-F238E27FC236}">
                <a16:creationId xmlns:a16="http://schemas.microsoft.com/office/drawing/2014/main" id="{6C0F56E3-346E-45A9-8758-AB587617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进度和日志怎么看</a:t>
            </a:r>
          </a:p>
        </p:txBody>
      </p:sp>
      <p:sp>
        <p:nvSpPr>
          <p:cNvPr id="2" name="text-53rv5z-1">
            <a:extLst xmlns:a="http://schemas.openxmlformats.org/drawingml/2006/main">
              <a:ext uri="{FF2B5EF4-FFF2-40B4-BE49-F238E27FC236}">
                <a16:creationId xmlns:a16="http://schemas.microsoft.com/office/drawing/2014/main" id="{7FC111A0-6CCA-4261-BB39-F82DA99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ext-53rv5z-2">
            <a:extLst xmlns:a="http://schemas.openxmlformats.org/drawingml/2006/main">
              <a:ext uri="{FF2B5EF4-FFF2-40B4-BE49-F238E27FC236}">
                <a16:creationId xmlns:a16="http://schemas.microsoft.com/office/drawing/2014/main" id="{5BB18934-304C-4424-8011-9E56DCB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聊天回答下展开执行记录</a:t>
            </a:r>
          </a:p>
        </p:txBody>
      </p:sp>
      <p:sp>
        <p:nvSpPr>
          <p:cNvPr id="4" name="text-53rv5z-3">
            <a:extLst xmlns:a="http://schemas.openxmlformats.org/drawingml/2006/main">
              <a:ext uri="{FF2B5EF4-FFF2-40B4-BE49-F238E27FC236}">
                <a16:creationId xmlns:a16="http://schemas.microsoft.com/office/drawing/2014/main" id="{50A9BAA5-B933-4CC4-B03C-1BA79AB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查看“Agent 执行记录”和“执行日志”。</a:t>
            </a:r>
          </a:p>
        </p:txBody>
      </p:sp>
      <p:sp>
        <p:nvSpPr>
          <p:cNvPr id="5" name="text-53rv5z-4">
            <a:extLst xmlns:a="http://schemas.openxmlformats.org/drawingml/2006/main">
              <a:ext uri="{FF2B5EF4-FFF2-40B4-BE49-F238E27FC236}">
                <a16:creationId xmlns:a16="http://schemas.microsoft.com/office/drawing/2014/main" id="{9D0A51A9-6485-4DFE-8155-436D9C0D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项目卡片展开调用明细</a:t>
            </a:r>
          </a:p>
        </p:txBody>
      </p:sp>
      <p:sp>
        <p:nvSpPr>
          <p:cNvPr id="6" name="text-53rv5z-5">
            <a:extLst xmlns:a="http://schemas.openxmlformats.org/drawingml/2006/main">
              <a:ext uri="{FF2B5EF4-FFF2-40B4-BE49-F238E27FC236}">
                <a16:creationId xmlns:a16="http://schemas.microsoft.com/office/drawing/2014/main" id="{EA48834E-453D-44E1-B190-CD5A1EAB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查看“总导演与子 Agent 调用明细”。</a:t>
            </a:r>
          </a:p>
        </p:txBody>
      </p:sp>
      <p:sp>
        <p:nvSpPr>
          <p:cNvPr id="7" name="text-53rv5z-6">
            <a:extLst xmlns:a="http://schemas.openxmlformats.org/drawingml/2006/main">
              <a:ext uri="{FF2B5EF4-FFF2-40B4-BE49-F238E27FC236}">
                <a16:creationId xmlns:a16="http://schemas.microsoft.com/office/drawing/2014/main" id="{EFD81C02-1BB7-4355-8FAC-7D14383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先看状态，再看最新一条记录</a:t>
            </a:r>
          </a:p>
        </p:txBody>
      </p:sp>
      <p:sp>
        <p:nvSpPr>
          <p:cNvPr id="8" name="text-53rv5z-7">
            <a:extLst xmlns:a="http://schemas.openxmlformats.org/drawingml/2006/main">
              <a:ext uri="{FF2B5EF4-FFF2-40B4-BE49-F238E27FC236}">
                <a16:creationId xmlns:a16="http://schemas.microsoft.com/office/drawing/2014/main" id="{59430E4E-5BBA-4C54-924A-6A30E864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等待故事、分镜或分区确认时，需要你操作。</a:t>
            </a:r>
          </a:p>
        </p:txBody>
      </p:sp>
      <p:sp>
        <p:nvSpPr>
          <p:cNvPr id="9" name="text-53rv5z-8">
            <a:extLst xmlns:a="http://schemas.openxmlformats.org/drawingml/2006/main">
              <a:ext uri="{FF2B5EF4-FFF2-40B4-BE49-F238E27FC236}">
                <a16:creationId xmlns:a16="http://schemas.microsoft.com/office/drawing/2014/main" id="{9230EC94-8A92-4C5D-A437-3F6422FF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百分比不是倒计时</a:t>
            </a:r>
          </a:p>
        </p:txBody>
      </p:sp>
      <p:sp>
        <p:nvSpPr>
          <p:cNvPr id="10" name="text-53rv5z-9">
            <a:extLst xmlns:a="http://schemas.openxmlformats.org/drawingml/2006/main">
              <a:ext uri="{FF2B5EF4-FFF2-40B4-BE49-F238E27FC236}">
                <a16:creationId xmlns:a16="http://schemas.microsoft.com/office/drawing/2014/main" id="{E29702FE-A85B-4659-9916-A60B906B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判断摘要和执行记录帮助理解过程，不是完整内部思维。</a:t>
            </a:r>
          </a:p>
        </p:txBody>
      </p:sp>
      <p:sp>
        <p:nvSpPr>
          <p:cNvPr id="11" name="text-53rv5z-10">
            <a:extLst xmlns:a="http://schemas.openxmlformats.org/drawingml/2006/main">
              <a:ext uri="{FF2B5EF4-FFF2-40B4-BE49-F238E27FC236}">
                <a16:creationId xmlns:a16="http://schemas.microsoft.com/office/drawing/2014/main" id="{548A2922-8000-4616-94F9-34F098E0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当前时间线展示最近 200 条。更早的服务器日志请管理员查。</a:t>
            </a:r>
          </a:p>
        </p:txBody>
      </p:sp>
    </p:spTree>
    <p:extLst>
      <p:ext uri="{BB962C8B-B14F-4D97-AF65-F5344CB8AC3E}">
        <p14:creationId xmlns:p14="http://schemas.microsoft.com/office/powerpoint/2010/main" val="14005183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506ca-0.2162426886831973">
            <a:extLst xmlns:a="http://schemas.openxmlformats.org/drawingml/2006/main">
              <a:ext uri="{FF2B5EF4-FFF2-40B4-BE49-F238E27FC236}">
                <a16:creationId xmlns:a16="http://schemas.microsoft.com/office/drawing/2014/main" id="{79486645-E7ED-41DB-B90E-164ACF3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常见问题和处理方法</a:t>
            </a:r>
          </a:p>
        </p:txBody>
      </p:sp>
      <p:sp>
        <p:nvSpPr>
          <p:cNvPr id="2" name="text-7506ca-1">
            <a:extLst xmlns:a="http://schemas.openxmlformats.org/drawingml/2006/main">
              <a:ext uri="{FF2B5EF4-FFF2-40B4-BE49-F238E27FC236}">
                <a16:creationId xmlns:a16="http://schemas.microsoft.com/office/drawing/2014/main" id="{A4EBBACE-6F4D-4C99-B86D-F2A267C8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先怎么处理</a:t>
                      </a:r>
                    </a:p>
                  </a:txBody>
                  <a:tcPr marL="91440" marR="91440" marT="45720" marB="45720" anchor="ctr">
                    <a:solidFill>
                      <a:srgbClr val="187B75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 / 504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看是否正在自动重试，稍后再查状态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401 / 403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请管理员检查渠道密钥和权限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等待并检查限流或额度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自动白板标注失败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打开编辑台手工框选，不急着重做素材</a:t>
                      </a:r>
                    </a:p>
                  </a:txBody>
                  <a:tcPr marL="91440" marR="91440" marT="45720" marB="45720" anchor="ctr">
                    <a:solidFill>
                      <a:srgbClr val="FBFAF6"/>
                    </a:solidFill>
                  </a:tcPr>
                </a:tc>
              </a:tr>
              <a:tr h="6667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媒体提交结果不明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C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先核对服务任务和扣费，不要连续新建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506ca-2">
            <a:extLst xmlns:a="http://schemas.openxmlformats.org/drawingml/2006/main">
              <a:ext uri="{FF2B5EF4-FFF2-40B4-BE49-F238E27FC236}">
                <a16:creationId xmlns:a16="http://schemas.microsoft.com/office/drawing/2014/main" id="{7B31241F-D7C1-449C-9DEB-9FC50E9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文本请求最多尝试 4 次（含首次）；不是所有错误都能重试。</a:t>
            </a:r>
          </a:p>
        </p:txBody>
      </p:sp>
    </p:spTree>
    <p:extLst>
      <p:ext uri="{BB962C8B-B14F-4D97-AF65-F5344CB8AC3E}">
        <p14:creationId xmlns:p14="http://schemas.microsoft.com/office/powerpoint/2010/main" val="8735587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juqty0-0.48035224454366743">
            <a:extLst xmlns:a="http://schemas.openxmlformats.org/drawingml/2006/main">
              <a:ext uri="{FF2B5EF4-FFF2-40B4-BE49-F238E27FC236}">
                <a16:creationId xmlns:a16="http://schemas.microsoft.com/office/drawing/2014/main" id="{54205D0D-7312-48B8-8FA0-1165950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完成作品以后</a:t>
            </a:r>
          </a:p>
        </p:txBody>
      </p:sp>
      <p:sp>
        <p:nvSpPr>
          <p:cNvPr id="2" name="text-juqty0-1">
            <a:extLst xmlns:a="http://schemas.openxmlformats.org/drawingml/2006/main">
              <a:ext uri="{FF2B5EF4-FFF2-40B4-BE49-F238E27FC236}">
                <a16:creationId xmlns:a16="http://schemas.microsoft.com/office/drawing/2014/main" id="{0B0CA2C3-1CDF-41ED-8ED9-3F80281B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text-juqty0-2">
            <a:extLst xmlns:a="http://schemas.openxmlformats.org/drawingml/2006/main">
              <a:ext uri="{FF2B5EF4-FFF2-40B4-BE49-F238E27FC236}">
                <a16:creationId xmlns:a16="http://schemas.microsoft.com/office/drawing/2014/main" id="{99A2DBC5-AE7A-4F8F-A0C8-D02C41E3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播放整段，再下载 MP4</a:t>
            </a:r>
          </a:p>
        </p:txBody>
      </p:sp>
      <p:sp>
        <p:nvSpPr>
          <p:cNvPr id="4" name="text-juqty0-3">
            <a:extLst xmlns:a="http://schemas.openxmlformats.org/drawingml/2006/main">
              <a:ext uri="{FF2B5EF4-FFF2-40B4-BE49-F238E27FC236}">
                <a16:creationId xmlns:a16="http://schemas.microsoft.com/office/drawing/2014/main" id="{AB9EC67D-A106-4D98-AA42-D2BCCB7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看画面、听声音、读字幕，检查结尾是否完整。</a:t>
            </a:r>
          </a:p>
        </p:txBody>
      </p:sp>
      <p:sp>
        <p:nvSpPr>
          <p:cNvPr id="5" name="text-juqty0-4">
            <a:extLst xmlns:a="http://schemas.openxmlformats.org/drawingml/2006/main">
              <a:ext uri="{FF2B5EF4-FFF2-40B4-BE49-F238E27FC236}">
                <a16:creationId xmlns:a16="http://schemas.microsoft.com/office/drawing/2014/main" id="{0AC56838-8C67-44A7-B06C-1F6B64C1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需要改动时指出具体位置</a:t>
            </a:r>
          </a:p>
        </p:txBody>
      </p:sp>
      <p:sp>
        <p:nvSpPr>
          <p:cNvPr id="6" name="text-juqty0-5">
            <a:extLst xmlns:a="http://schemas.openxmlformats.org/drawingml/2006/main">
              <a:ext uri="{FF2B5EF4-FFF2-40B4-BE49-F238E27FC236}">
                <a16:creationId xmlns:a16="http://schemas.microsoft.com/office/drawing/2014/main" id="{82308930-E17C-49E7-A056-14F68183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例如：第 1 镜小树太靠边，请往中间放。</a:t>
            </a:r>
          </a:p>
        </p:txBody>
      </p:sp>
      <p:sp>
        <p:nvSpPr>
          <p:cNvPr id="7" name="text-juqty0-6">
            <a:extLst xmlns:a="http://schemas.openxmlformats.org/drawingml/2006/main">
              <a:ext uri="{FF2B5EF4-FFF2-40B4-BE49-F238E27FC236}">
                <a16:creationId xmlns:a16="http://schemas.microsoft.com/office/drawing/2014/main" id="{FD2458D8-AA07-4DA8-8474-F989C6EF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已启动的作品用“以此新建一版”</a:t>
            </a:r>
          </a:p>
        </p:txBody>
      </p:sp>
      <p:sp>
        <p:nvSpPr>
          <p:cNvPr id="8" name="text-juqty0-7">
            <a:extLst xmlns:a="http://schemas.openxmlformats.org/drawingml/2006/main">
              <a:ext uri="{FF2B5EF4-FFF2-40B4-BE49-F238E27FC236}">
                <a16:creationId xmlns:a16="http://schemas.microsoft.com/office/drawing/2014/main" id="{CF770F8B-B249-4705-ABEA-661EEB52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旧作品保留，新版本可能产生新的素材费用。</a:t>
            </a:r>
          </a:p>
        </p:txBody>
      </p:sp>
      <p:sp>
        <p:nvSpPr>
          <p:cNvPr id="9" name="text-juqty0-8">
            <a:extLst xmlns:a="http://schemas.openxmlformats.org/drawingml/2006/main">
              <a:ext uri="{FF2B5EF4-FFF2-40B4-BE49-F238E27FC236}">
                <a16:creationId xmlns:a16="http://schemas.microsoft.com/office/drawing/2014/main" id="{93656348-E72B-4F51-B62D-4969716F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喜欢的习惯可存为偏好</a:t>
            </a:r>
          </a:p>
        </p:txBody>
      </p:sp>
      <p:sp>
        <p:nvSpPr>
          <p:cNvPr id="10" name="text-juqty0-9">
            <a:extLst xmlns:a="http://schemas.openxmlformats.org/drawingml/2006/main">
              <a:ext uri="{FF2B5EF4-FFF2-40B4-BE49-F238E27FC236}">
                <a16:creationId xmlns:a16="http://schemas.microsoft.com/office/drawing/2014/main" id="{ED0F1EFC-7CAB-48CB-8394-8592BF42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作品反馈不会自动重做；长期记忆需要明确保存。</a:t>
            </a:r>
          </a:p>
        </p:txBody>
      </p:sp>
      <p:sp>
        <p:nvSpPr>
          <p:cNvPr id="11" name="text-juqty0-10">
            <a:extLst xmlns:a="http://schemas.openxmlformats.org/drawingml/2006/main">
              <a:ext uri="{FF2B5EF4-FFF2-40B4-BE49-F238E27FC236}">
                <a16:creationId xmlns:a16="http://schemas.microsoft.com/office/drawing/2014/main" id="{BAAF57D3-067E-4F9F-8B4C-A34B5BE0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技术检查通过，不代表内容正确、版权无风险或你一定满意。</a:t>
            </a:r>
          </a:p>
        </p:txBody>
      </p:sp>
    </p:spTree>
    <p:extLst>
      <p:ext uri="{BB962C8B-B14F-4D97-AF65-F5344CB8AC3E}">
        <p14:creationId xmlns:p14="http://schemas.microsoft.com/office/powerpoint/2010/main" val="19111466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thn53c-0.00561312100079836">
            <a:extLst xmlns:a="http://schemas.openxmlformats.org/drawingml/2006/main">
              <a:ext uri="{FF2B5EF4-FFF2-40B4-BE49-F238E27FC236}">
                <a16:creationId xmlns:a16="http://schemas.microsoft.com/office/drawing/2014/main" id="{C5FB39B0-42F1-4FEA-AB6A-6CC6C232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第一次使用的小抄</a:t>
            </a:r>
          </a:p>
        </p:txBody>
      </p:sp>
      <p:sp>
        <p:nvSpPr>
          <p:cNvPr id="2" name="text-thn53c-1">
            <a:extLst xmlns:a="http://schemas.openxmlformats.org/drawingml/2006/main">
              <a:ext uri="{FF2B5EF4-FFF2-40B4-BE49-F238E27FC236}">
                <a16:creationId xmlns:a16="http://schemas.microsoft.com/office/drawing/2014/main" id="{F1186046-E727-48E6-A69A-4E142D5A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56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text-thn53c-2">
            <a:extLst xmlns:a="http://schemas.openxmlformats.org/drawingml/2006/main">
              <a:ext uri="{FF2B5EF4-FFF2-40B4-BE49-F238E27FC236}">
                <a16:creationId xmlns:a16="http://schemas.microsoft.com/office/drawing/2014/main" id="{787E4117-2DDB-44EC-86E8-C45BAD05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先讨论文字</a:t>
            </a:r>
          </a:p>
        </p:txBody>
      </p:sp>
      <p:sp>
        <p:nvSpPr>
          <p:cNvPr id="4" name="text-thn53c-3">
            <a:extLst xmlns:a="http://schemas.openxmlformats.org/drawingml/2006/main">
              <a:ext uri="{FF2B5EF4-FFF2-40B4-BE49-F238E27FC236}">
                <a16:creationId xmlns:a16="http://schemas.microsoft.com/office/drawing/2014/main" id="{37FCD590-AED0-4073-AD69-47C71FC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说清主题、观众、时长和风格。</a:t>
            </a:r>
          </a:p>
        </p:txBody>
      </p:sp>
      <p:sp>
        <p:nvSpPr>
          <p:cNvPr id="5" name="text-thn53c-4">
            <a:extLst xmlns:a="http://schemas.openxmlformats.org/drawingml/2006/main">
              <a:ext uri="{FF2B5EF4-FFF2-40B4-BE49-F238E27FC236}">
                <a16:creationId xmlns:a16="http://schemas.microsoft.com/office/drawing/2014/main" id="{EA7E2F4D-B740-4BAA-A48F-322D0D10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先做首镜练习</a:t>
            </a:r>
          </a:p>
        </p:txBody>
      </p:sp>
      <p:sp>
        <p:nvSpPr>
          <p:cNvPr id="6" name="text-thn53c-5">
            <a:extLst xmlns:a="http://schemas.openxmlformats.org/drawingml/2006/main">
              <a:ext uri="{FF2B5EF4-FFF2-40B4-BE49-F238E27FC236}">
                <a16:creationId xmlns:a16="http://schemas.microsoft.com/office/drawing/2014/main" id="{F34D47B2-2031-4BB7-A03B-CD4D4832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选对制作方式，检查声音和图片，再确认。</a:t>
            </a:r>
          </a:p>
        </p:txBody>
      </p:sp>
      <p:sp>
        <p:nvSpPr>
          <p:cNvPr id="7" name="text-thn53c-6">
            <a:extLst xmlns:a="http://schemas.openxmlformats.org/drawingml/2006/main">
              <a:ext uri="{FF2B5EF4-FFF2-40B4-BE49-F238E27FC236}">
                <a16:creationId xmlns:a16="http://schemas.microsoft.com/office/drawing/2014/main" id="{5AA556A1-4B8A-4372-BEA0-A8CE2302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白板记得多检查分区</a:t>
            </a:r>
          </a:p>
        </p:txBody>
      </p:sp>
      <p:sp>
        <p:nvSpPr>
          <p:cNvPr id="8" name="text-thn53c-7">
            <a:extLst xmlns:a="http://schemas.openxmlformats.org/drawingml/2006/main">
              <a:ext uri="{FF2B5EF4-FFF2-40B4-BE49-F238E27FC236}">
                <a16:creationId xmlns:a16="http://schemas.microsoft.com/office/drawing/2014/main" id="{4BAB9F81-9B40-4329-96CB-7EA04B93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保存每一镜，预览以后再确认全部分区。</a:t>
            </a:r>
          </a:p>
        </p:txBody>
      </p:sp>
      <p:sp>
        <p:nvSpPr>
          <p:cNvPr id="9" name="text-thn53c-8">
            <a:extLst xmlns:a="http://schemas.openxmlformats.org/drawingml/2006/main">
              <a:ext uri="{FF2B5EF4-FFF2-40B4-BE49-F238E27FC236}">
                <a16:creationId xmlns:a16="http://schemas.microsoft.com/office/drawing/2014/main" id="{F0DB4564-990A-4FB4-B012-CDCB639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B75"/>
                </a:solidFill>
                <a:latin typeface="Microsoft YaHei"/>
                <a:ea typeface="Microsoft YaHei"/>
                <a:cs typeface="Microsoft YaHei"/>
              </a:rPr>
              <a:t>完成以后人工验收</a:t>
            </a:r>
          </a:p>
        </p:txBody>
      </p:sp>
      <p:sp>
        <p:nvSpPr>
          <p:cNvPr id="10" name="text-thn53c-9">
            <a:extLst xmlns:a="http://schemas.openxmlformats.org/drawingml/2006/main">
              <a:ext uri="{FF2B5EF4-FFF2-40B4-BE49-F238E27FC236}">
                <a16:creationId xmlns:a16="http://schemas.microsoft.com/office/drawing/2014/main" id="{E6C251AD-DD00-4DD9-B477-D55B60C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C3E"/>
                </a:solidFill>
                <a:latin typeface="Microsoft YaHei"/>
                <a:ea typeface="Microsoft YaHei"/>
                <a:cs typeface="Microsoft YaHei"/>
              </a:rPr>
              <a:t>看一遍、听一遍，再下载并交给别人。</a:t>
            </a:r>
          </a:p>
        </p:txBody>
      </p:sp>
      <p:sp>
        <p:nvSpPr>
          <p:cNvPr id="11" name="text-thn53c-10">
            <a:extLst xmlns:a="http://schemas.openxmlformats.org/drawingml/2006/main">
              <a:ext uri="{FF2B5EF4-FFF2-40B4-BE49-F238E27FC236}">
                <a16:creationId xmlns:a16="http://schemas.microsoft.com/office/drawing/2014/main" id="{D23C27D9-DE51-4D92-B3AF-D11DD2D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56625"/>
                </a:solidFill>
                <a:latin typeface="Microsoft YaHei"/>
                <a:ea typeface="Microsoft YaHei"/>
                <a:cs typeface="Microsoft YaHei"/>
              </a:rPr>
              <a:t>详细操作、求助模板和限制，请打开同文件夹《知伴AI使用说明.md》。</a:t>
            </a:r>
          </a:p>
        </p:txBody>
      </p:sp>
    </p:spTree>
    <p:extLst>
      <p:ext uri="{BB962C8B-B14F-4D97-AF65-F5344CB8AC3E}">
        <p14:creationId xmlns:p14="http://schemas.microsoft.com/office/powerpoint/2010/main" val="520343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2026-09-15T09:04:11.2400000Z</dcterms:created>
  <dcterms:modified xsi:type="dcterms:W3CDTF">2026-09-15T09:04:11.2400000Z</dcterms:modified>
</coreProperties>
</file>